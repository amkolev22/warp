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4" r:id="rId7"/>
    <p:sldId id="262" r:id="rId8"/>
    <p:sldId id="267" r:id="rId9"/>
    <p:sldId id="263" r:id="rId10"/>
    <p:sldId id="266" r:id="rId11"/>
  </p:sldIdLst>
  <p:sldSz cx="9144000" cy="5143500" type="screen16x9"/>
  <p:notesSz cx="6858000" cy="9144000"/>
  <p:embeddedFontLst>
    <p:embeddedFont>
      <p:font typeface="Share Tech Mono" panose="020B0604020202020204" charset="0"/>
      <p:regular r:id="rId13"/>
    </p:embeddedFont>
    <p:embeddedFont>
      <p:font typeface="Open Sans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7FFD"/>
    <a:srgbClr val="A182B5"/>
    <a:srgbClr val="8A7B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1C9F1E-4D6F-4BD9-A6FA-AA0F38832425}">
  <a:tblStyle styleId="{951C9F1E-4D6F-4BD9-A6FA-AA0F388324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020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dd0c7d16c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dd0c7d16c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db0f9523d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db0f9523d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dd0c7d16c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dd0c7d16c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2349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db0f9523d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db0f9523d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0962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dd0c7d16c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dd0c7d16c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619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db0f9523d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db0f9523d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0423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dd0c7d16c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dd0c7d16c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1245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db0f9523d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db0f9523d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296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16075" y="537450"/>
            <a:ext cx="7711918" cy="4068646"/>
            <a:chOff x="-2105881" y="537468"/>
            <a:chExt cx="10533968" cy="5557500"/>
          </a:xfrm>
        </p:grpSpPr>
        <p:sp>
          <p:nvSpPr>
            <p:cNvPr id="11" name="Google Shape;11;p2"/>
            <p:cNvSpPr/>
            <p:nvPr/>
          </p:nvSpPr>
          <p:spPr>
            <a:xfrm>
              <a:off x="-2105881" y="537468"/>
              <a:ext cx="10533900" cy="5557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2105814" y="537469"/>
              <a:ext cx="10533900" cy="507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7338381" y="690654"/>
              <a:ext cx="884791" cy="153801"/>
              <a:chOff x="7087900" y="662250"/>
              <a:chExt cx="1211711" cy="210600"/>
            </a:xfrm>
          </p:grpSpPr>
          <p:grpSp>
            <p:nvGrpSpPr>
              <p:cNvPr id="14" name="Google Shape;14;p2"/>
              <p:cNvGrpSpPr/>
              <p:nvPr/>
            </p:nvGrpSpPr>
            <p:grpSpPr>
              <a:xfrm>
                <a:off x="8089070" y="662280"/>
                <a:ext cx="210541" cy="210541"/>
                <a:chOff x="8737850" y="715475"/>
                <a:chExt cx="457200" cy="457200"/>
              </a:xfrm>
            </p:grpSpPr>
            <p:cxnSp>
              <p:nvCxnSpPr>
                <p:cNvPr id="15" name="Google Shape;15;p2"/>
                <p:cNvCxnSpPr/>
                <p:nvPr/>
              </p:nvCxnSpPr>
              <p:spPr>
                <a:xfrm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2"/>
                <p:cNvCxnSpPr/>
                <p:nvPr/>
              </p:nvCxnSpPr>
              <p:spPr>
                <a:xfrm flipH="1"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7" name="Google Shape;17;p2"/>
              <p:cNvCxnSpPr/>
              <p:nvPr/>
            </p:nvCxnSpPr>
            <p:spPr>
              <a:xfrm>
                <a:off x="7087900" y="767550"/>
                <a:ext cx="298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" name="Google Shape;18;p2"/>
              <p:cNvSpPr/>
              <p:nvPr/>
            </p:nvSpPr>
            <p:spPr>
              <a:xfrm>
                <a:off x="7632585" y="662250"/>
                <a:ext cx="210600" cy="210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3592300" y="1224088"/>
            <a:ext cx="3894600" cy="21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4500" b="0">
                <a:latin typeface="Share Tech Mono"/>
                <a:ea typeface="Share Tech Mono"/>
                <a:cs typeface="Share Tech Mono"/>
                <a:sym typeface="Share Tech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3592300" y="3606013"/>
            <a:ext cx="3894600" cy="460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Share Tech Mono"/>
                <a:ea typeface="Share Tech Mono"/>
                <a:cs typeface="Share Tech Mono"/>
                <a:sym typeface="Share Tech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3"/>
          <p:cNvGrpSpPr/>
          <p:nvPr/>
        </p:nvGrpSpPr>
        <p:grpSpPr>
          <a:xfrm>
            <a:off x="716075" y="537450"/>
            <a:ext cx="7711918" cy="4068646"/>
            <a:chOff x="-2105881" y="537468"/>
            <a:chExt cx="10533968" cy="5557500"/>
          </a:xfrm>
        </p:grpSpPr>
        <p:sp>
          <p:nvSpPr>
            <p:cNvPr id="23" name="Google Shape;23;p3"/>
            <p:cNvSpPr/>
            <p:nvPr/>
          </p:nvSpPr>
          <p:spPr>
            <a:xfrm>
              <a:off x="-2105881" y="537468"/>
              <a:ext cx="10533900" cy="5557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2105814" y="537469"/>
              <a:ext cx="10533900" cy="507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5" name="Google Shape;25;p3"/>
            <p:cNvGrpSpPr/>
            <p:nvPr/>
          </p:nvGrpSpPr>
          <p:grpSpPr>
            <a:xfrm>
              <a:off x="7338381" y="690654"/>
              <a:ext cx="884791" cy="153801"/>
              <a:chOff x="7087900" y="662250"/>
              <a:chExt cx="1211711" cy="210600"/>
            </a:xfrm>
          </p:grpSpPr>
          <p:grpSp>
            <p:nvGrpSpPr>
              <p:cNvPr id="26" name="Google Shape;26;p3"/>
              <p:cNvGrpSpPr/>
              <p:nvPr/>
            </p:nvGrpSpPr>
            <p:grpSpPr>
              <a:xfrm>
                <a:off x="8089070" y="662280"/>
                <a:ext cx="210541" cy="210541"/>
                <a:chOff x="8737850" y="715475"/>
                <a:chExt cx="457200" cy="457200"/>
              </a:xfrm>
            </p:grpSpPr>
            <p:cxnSp>
              <p:nvCxnSpPr>
                <p:cNvPr id="27" name="Google Shape;27;p3"/>
                <p:cNvCxnSpPr/>
                <p:nvPr/>
              </p:nvCxnSpPr>
              <p:spPr>
                <a:xfrm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3"/>
                <p:cNvCxnSpPr/>
                <p:nvPr/>
              </p:nvCxnSpPr>
              <p:spPr>
                <a:xfrm flipH="1"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9" name="Google Shape;29;p3"/>
              <p:cNvCxnSpPr/>
              <p:nvPr/>
            </p:nvCxnSpPr>
            <p:spPr>
              <a:xfrm>
                <a:off x="7087900" y="767550"/>
                <a:ext cx="298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0" name="Google Shape;30;p3"/>
              <p:cNvSpPr/>
              <p:nvPr/>
            </p:nvSpPr>
            <p:spPr>
              <a:xfrm>
                <a:off x="7632585" y="662250"/>
                <a:ext cx="210600" cy="210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4480750" y="1597469"/>
            <a:ext cx="3384600" cy="122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2234514" y="2107351"/>
            <a:ext cx="1223100" cy="12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7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4480750" y="2820325"/>
            <a:ext cx="3384600" cy="7257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5"/>
          <p:cNvGrpSpPr/>
          <p:nvPr/>
        </p:nvGrpSpPr>
        <p:grpSpPr>
          <a:xfrm>
            <a:off x="381323" y="171414"/>
            <a:ext cx="8381354" cy="4800673"/>
            <a:chOff x="-3020376" y="537453"/>
            <a:chExt cx="11448373" cy="6557400"/>
          </a:xfrm>
        </p:grpSpPr>
        <p:sp>
          <p:nvSpPr>
            <p:cNvPr id="48" name="Google Shape;48;p5"/>
            <p:cNvSpPr/>
            <p:nvPr/>
          </p:nvSpPr>
          <p:spPr>
            <a:xfrm>
              <a:off x="-3020376" y="537453"/>
              <a:ext cx="11448300" cy="6557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-3020303" y="537453"/>
              <a:ext cx="11448300" cy="507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50" name="Google Shape;50;p5"/>
            <p:cNvGrpSpPr/>
            <p:nvPr/>
          </p:nvGrpSpPr>
          <p:grpSpPr>
            <a:xfrm>
              <a:off x="7338381" y="690654"/>
              <a:ext cx="884791" cy="153801"/>
              <a:chOff x="7087900" y="662250"/>
              <a:chExt cx="1211711" cy="210600"/>
            </a:xfrm>
          </p:grpSpPr>
          <p:grpSp>
            <p:nvGrpSpPr>
              <p:cNvPr id="51" name="Google Shape;51;p5"/>
              <p:cNvGrpSpPr/>
              <p:nvPr/>
            </p:nvGrpSpPr>
            <p:grpSpPr>
              <a:xfrm>
                <a:off x="8089070" y="662280"/>
                <a:ext cx="210541" cy="210541"/>
                <a:chOff x="8737850" y="715475"/>
                <a:chExt cx="457200" cy="457200"/>
              </a:xfrm>
            </p:grpSpPr>
            <p:cxnSp>
              <p:nvCxnSpPr>
                <p:cNvPr id="52" name="Google Shape;52;p5"/>
                <p:cNvCxnSpPr/>
                <p:nvPr/>
              </p:nvCxnSpPr>
              <p:spPr>
                <a:xfrm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5"/>
                <p:cNvCxnSpPr/>
                <p:nvPr/>
              </p:nvCxnSpPr>
              <p:spPr>
                <a:xfrm flipH="1"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54" name="Google Shape;54;p5"/>
              <p:cNvCxnSpPr/>
              <p:nvPr/>
            </p:nvCxnSpPr>
            <p:spPr>
              <a:xfrm>
                <a:off x="7087900" y="767550"/>
                <a:ext cx="298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5" name="Google Shape;55;p5"/>
              <p:cNvSpPr/>
              <p:nvPr/>
            </p:nvSpPr>
            <p:spPr>
              <a:xfrm>
                <a:off x="7632585" y="662250"/>
                <a:ext cx="210600" cy="210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56" name="Google Shape;56;p5"/>
          <p:cNvSpPr txBox="1">
            <a:spLocks noGrp="1"/>
          </p:cNvSpPr>
          <p:nvPr>
            <p:ph type="title"/>
          </p:nvPr>
        </p:nvSpPr>
        <p:spPr>
          <a:xfrm>
            <a:off x="720000" y="5374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body" idx="1"/>
          </p:nvPr>
        </p:nvSpPr>
        <p:spPr>
          <a:xfrm>
            <a:off x="721125" y="1202800"/>
            <a:ext cx="3759300" cy="34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body" idx="2"/>
          </p:nvPr>
        </p:nvSpPr>
        <p:spPr>
          <a:xfrm>
            <a:off x="4663650" y="1634200"/>
            <a:ext cx="3759300" cy="29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200"/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7"/>
          <p:cNvGrpSpPr/>
          <p:nvPr/>
        </p:nvGrpSpPr>
        <p:grpSpPr>
          <a:xfrm>
            <a:off x="381323" y="171414"/>
            <a:ext cx="8381354" cy="4800673"/>
            <a:chOff x="-3020376" y="537453"/>
            <a:chExt cx="11448373" cy="6557400"/>
          </a:xfrm>
        </p:grpSpPr>
        <p:sp>
          <p:nvSpPr>
            <p:cNvPr id="72" name="Google Shape;72;p7"/>
            <p:cNvSpPr/>
            <p:nvPr/>
          </p:nvSpPr>
          <p:spPr>
            <a:xfrm>
              <a:off x="-3020376" y="537453"/>
              <a:ext cx="11448300" cy="6557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-3020303" y="537453"/>
              <a:ext cx="11448300" cy="507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74" name="Google Shape;74;p7"/>
            <p:cNvGrpSpPr/>
            <p:nvPr/>
          </p:nvGrpSpPr>
          <p:grpSpPr>
            <a:xfrm>
              <a:off x="7338381" y="690654"/>
              <a:ext cx="884791" cy="153801"/>
              <a:chOff x="7087900" y="662250"/>
              <a:chExt cx="1211711" cy="210600"/>
            </a:xfrm>
          </p:grpSpPr>
          <p:grpSp>
            <p:nvGrpSpPr>
              <p:cNvPr id="75" name="Google Shape;75;p7"/>
              <p:cNvGrpSpPr/>
              <p:nvPr/>
            </p:nvGrpSpPr>
            <p:grpSpPr>
              <a:xfrm>
                <a:off x="8089070" y="662280"/>
                <a:ext cx="210541" cy="210541"/>
                <a:chOff x="8737850" y="715475"/>
                <a:chExt cx="457200" cy="457200"/>
              </a:xfrm>
            </p:grpSpPr>
            <p:cxnSp>
              <p:nvCxnSpPr>
                <p:cNvPr id="76" name="Google Shape;76;p7"/>
                <p:cNvCxnSpPr/>
                <p:nvPr/>
              </p:nvCxnSpPr>
              <p:spPr>
                <a:xfrm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7"/>
                <p:cNvCxnSpPr/>
                <p:nvPr/>
              </p:nvCxnSpPr>
              <p:spPr>
                <a:xfrm flipH="1"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78" name="Google Shape;78;p7"/>
              <p:cNvCxnSpPr/>
              <p:nvPr/>
            </p:nvCxnSpPr>
            <p:spPr>
              <a:xfrm>
                <a:off x="7087900" y="767550"/>
                <a:ext cx="298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" name="Google Shape;79;p7"/>
              <p:cNvSpPr/>
              <p:nvPr/>
            </p:nvSpPr>
            <p:spPr>
              <a:xfrm>
                <a:off x="7632585" y="662250"/>
                <a:ext cx="210600" cy="210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3507200" y="850450"/>
            <a:ext cx="4462800" cy="188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1" name="Google Shape;81;p7"/>
          <p:cNvSpPr txBox="1">
            <a:spLocks noGrp="1"/>
          </p:cNvSpPr>
          <p:nvPr>
            <p:ph type="subTitle" idx="1"/>
          </p:nvPr>
        </p:nvSpPr>
        <p:spPr>
          <a:xfrm>
            <a:off x="3507198" y="2818238"/>
            <a:ext cx="4462800" cy="147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0"/>
          <p:cNvGrpSpPr/>
          <p:nvPr/>
        </p:nvGrpSpPr>
        <p:grpSpPr>
          <a:xfrm>
            <a:off x="381323" y="171414"/>
            <a:ext cx="8381354" cy="4800673"/>
            <a:chOff x="-3020376" y="537453"/>
            <a:chExt cx="11448373" cy="6557400"/>
          </a:xfrm>
        </p:grpSpPr>
        <p:sp>
          <p:nvSpPr>
            <p:cNvPr id="107" name="Google Shape;107;p10"/>
            <p:cNvSpPr/>
            <p:nvPr/>
          </p:nvSpPr>
          <p:spPr>
            <a:xfrm>
              <a:off x="-3020376" y="537453"/>
              <a:ext cx="11448300" cy="6557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8" name="Google Shape;108;p10"/>
            <p:cNvSpPr/>
            <p:nvPr/>
          </p:nvSpPr>
          <p:spPr>
            <a:xfrm>
              <a:off x="-3020303" y="537453"/>
              <a:ext cx="11448300" cy="507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09" name="Google Shape;109;p10"/>
            <p:cNvGrpSpPr/>
            <p:nvPr/>
          </p:nvGrpSpPr>
          <p:grpSpPr>
            <a:xfrm>
              <a:off x="7338381" y="690654"/>
              <a:ext cx="884791" cy="153801"/>
              <a:chOff x="7087900" y="662250"/>
              <a:chExt cx="1211711" cy="210600"/>
            </a:xfrm>
          </p:grpSpPr>
          <p:grpSp>
            <p:nvGrpSpPr>
              <p:cNvPr id="110" name="Google Shape;110;p10"/>
              <p:cNvGrpSpPr/>
              <p:nvPr/>
            </p:nvGrpSpPr>
            <p:grpSpPr>
              <a:xfrm>
                <a:off x="8089070" y="662280"/>
                <a:ext cx="210541" cy="210541"/>
                <a:chOff x="8737850" y="715475"/>
                <a:chExt cx="457200" cy="457200"/>
              </a:xfrm>
            </p:grpSpPr>
            <p:cxnSp>
              <p:nvCxnSpPr>
                <p:cNvPr id="111" name="Google Shape;111;p10"/>
                <p:cNvCxnSpPr/>
                <p:nvPr/>
              </p:nvCxnSpPr>
              <p:spPr>
                <a:xfrm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0"/>
                <p:cNvCxnSpPr/>
                <p:nvPr/>
              </p:nvCxnSpPr>
              <p:spPr>
                <a:xfrm flipH="1"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0"/>
              <p:cNvCxnSpPr/>
              <p:nvPr/>
            </p:nvCxnSpPr>
            <p:spPr>
              <a:xfrm>
                <a:off x="7087900" y="767550"/>
                <a:ext cx="298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4" name="Google Shape;114;p10"/>
              <p:cNvSpPr/>
              <p:nvPr/>
            </p:nvSpPr>
            <p:spPr>
              <a:xfrm>
                <a:off x="7632585" y="662250"/>
                <a:ext cx="210600" cy="210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15" name="Google Shape;115;p10"/>
          <p:cNvSpPr txBox="1">
            <a:spLocks noGrp="1"/>
          </p:cNvSpPr>
          <p:nvPr>
            <p:ph type="body" idx="1"/>
          </p:nvPr>
        </p:nvSpPr>
        <p:spPr>
          <a:xfrm>
            <a:off x="1375950" y="3837500"/>
            <a:ext cx="6392100" cy="605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3"/>
          <p:cNvGrpSpPr/>
          <p:nvPr/>
        </p:nvGrpSpPr>
        <p:grpSpPr>
          <a:xfrm>
            <a:off x="381323" y="171414"/>
            <a:ext cx="8381354" cy="4800673"/>
            <a:chOff x="-3020376" y="537453"/>
            <a:chExt cx="11448373" cy="6557400"/>
          </a:xfrm>
        </p:grpSpPr>
        <p:sp>
          <p:nvSpPr>
            <p:cNvPr id="131" name="Google Shape;131;p13"/>
            <p:cNvSpPr/>
            <p:nvPr/>
          </p:nvSpPr>
          <p:spPr>
            <a:xfrm>
              <a:off x="-3020376" y="537453"/>
              <a:ext cx="11448300" cy="6557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-3020303" y="537453"/>
              <a:ext cx="11448300" cy="507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33" name="Google Shape;133;p13"/>
            <p:cNvGrpSpPr/>
            <p:nvPr/>
          </p:nvGrpSpPr>
          <p:grpSpPr>
            <a:xfrm>
              <a:off x="7338381" y="690654"/>
              <a:ext cx="884791" cy="153801"/>
              <a:chOff x="7087900" y="662250"/>
              <a:chExt cx="1211711" cy="210600"/>
            </a:xfrm>
          </p:grpSpPr>
          <p:grpSp>
            <p:nvGrpSpPr>
              <p:cNvPr id="134" name="Google Shape;134;p13"/>
              <p:cNvGrpSpPr/>
              <p:nvPr/>
            </p:nvGrpSpPr>
            <p:grpSpPr>
              <a:xfrm>
                <a:off x="8089070" y="662280"/>
                <a:ext cx="210541" cy="210541"/>
                <a:chOff x="8737850" y="715475"/>
                <a:chExt cx="457200" cy="457200"/>
              </a:xfrm>
            </p:grpSpPr>
            <p:cxnSp>
              <p:nvCxnSpPr>
                <p:cNvPr id="135" name="Google Shape;135;p13"/>
                <p:cNvCxnSpPr/>
                <p:nvPr/>
              </p:nvCxnSpPr>
              <p:spPr>
                <a:xfrm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" name="Google Shape;136;p13"/>
                <p:cNvCxnSpPr/>
                <p:nvPr/>
              </p:nvCxnSpPr>
              <p:spPr>
                <a:xfrm flipH="1"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37" name="Google Shape;137;p13"/>
              <p:cNvCxnSpPr/>
              <p:nvPr/>
            </p:nvCxnSpPr>
            <p:spPr>
              <a:xfrm>
                <a:off x="7087900" y="767550"/>
                <a:ext cx="298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8" name="Google Shape;138;p13"/>
              <p:cNvSpPr/>
              <p:nvPr/>
            </p:nvSpPr>
            <p:spPr>
              <a:xfrm>
                <a:off x="7632585" y="662250"/>
                <a:ext cx="210600" cy="210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39" name="Google Shape;139;p13"/>
          <p:cNvSpPr txBox="1">
            <a:spLocks noGrp="1"/>
          </p:cNvSpPr>
          <p:nvPr>
            <p:ph type="title"/>
          </p:nvPr>
        </p:nvSpPr>
        <p:spPr>
          <a:xfrm>
            <a:off x="2012276" y="1388100"/>
            <a:ext cx="23040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 idx="2"/>
          </p:nvPr>
        </p:nvSpPr>
        <p:spPr>
          <a:xfrm>
            <a:off x="5756001" y="1388100"/>
            <a:ext cx="23040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1"/>
          </p:nvPr>
        </p:nvSpPr>
        <p:spPr>
          <a:xfrm>
            <a:off x="2012277" y="2049172"/>
            <a:ext cx="23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3"/>
          </p:nvPr>
        </p:nvSpPr>
        <p:spPr>
          <a:xfrm>
            <a:off x="5756003" y="2049172"/>
            <a:ext cx="23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title" idx="4"/>
          </p:nvPr>
        </p:nvSpPr>
        <p:spPr>
          <a:xfrm>
            <a:off x="2012276" y="3103831"/>
            <a:ext cx="23040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title" idx="5"/>
          </p:nvPr>
        </p:nvSpPr>
        <p:spPr>
          <a:xfrm>
            <a:off x="5756001" y="3103831"/>
            <a:ext cx="23040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6"/>
          </p:nvPr>
        </p:nvSpPr>
        <p:spPr>
          <a:xfrm>
            <a:off x="2012303" y="3764902"/>
            <a:ext cx="23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subTitle" idx="7"/>
          </p:nvPr>
        </p:nvSpPr>
        <p:spPr>
          <a:xfrm>
            <a:off x="5756007" y="3764902"/>
            <a:ext cx="23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title" idx="8" hasCustomPrompt="1"/>
          </p:nvPr>
        </p:nvSpPr>
        <p:spPr>
          <a:xfrm>
            <a:off x="1083985" y="1465608"/>
            <a:ext cx="775800" cy="775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1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8" name="Google Shape;148;p13"/>
          <p:cNvSpPr txBox="1">
            <a:spLocks noGrp="1"/>
          </p:cNvSpPr>
          <p:nvPr>
            <p:ph type="title" idx="9" hasCustomPrompt="1"/>
          </p:nvPr>
        </p:nvSpPr>
        <p:spPr>
          <a:xfrm>
            <a:off x="1083985" y="3168095"/>
            <a:ext cx="775800" cy="775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1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9" name="Google Shape;149;p13"/>
          <p:cNvSpPr txBox="1">
            <a:spLocks noGrp="1"/>
          </p:cNvSpPr>
          <p:nvPr>
            <p:ph type="title" idx="13" hasCustomPrompt="1"/>
          </p:nvPr>
        </p:nvSpPr>
        <p:spPr>
          <a:xfrm>
            <a:off x="4827835" y="1465608"/>
            <a:ext cx="775800" cy="775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1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0" name="Google Shape;150;p13"/>
          <p:cNvSpPr txBox="1">
            <a:spLocks noGrp="1"/>
          </p:cNvSpPr>
          <p:nvPr>
            <p:ph type="title" idx="14" hasCustomPrompt="1"/>
          </p:nvPr>
        </p:nvSpPr>
        <p:spPr>
          <a:xfrm>
            <a:off x="4827835" y="3168095"/>
            <a:ext cx="775800" cy="775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1" name="Google Shape;151;p13"/>
          <p:cNvSpPr txBox="1">
            <a:spLocks noGrp="1"/>
          </p:cNvSpPr>
          <p:nvPr>
            <p:ph type="title" idx="15"/>
          </p:nvPr>
        </p:nvSpPr>
        <p:spPr>
          <a:xfrm>
            <a:off x="720000" y="5374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19"/>
          <p:cNvGrpSpPr/>
          <p:nvPr/>
        </p:nvGrpSpPr>
        <p:grpSpPr>
          <a:xfrm>
            <a:off x="381323" y="171414"/>
            <a:ext cx="8381354" cy="4800673"/>
            <a:chOff x="-3020376" y="537453"/>
            <a:chExt cx="11448373" cy="6557400"/>
          </a:xfrm>
        </p:grpSpPr>
        <p:sp>
          <p:nvSpPr>
            <p:cNvPr id="238" name="Google Shape;238;p19"/>
            <p:cNvSpPr/>
            <p:nvPr/>
          </p:nvSpPr>
          <p:spPr>
            <a:xfrm>
              <a:off x="-3020376" y="537453"/>
              <a:ext cx="11448300" cy="65574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-3020303" y="537453"/>
              <a:ext cx="11448300" cy="507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40" name="Google Shape;240;p19"/>
            <p:cNvGrpSpPr/>
            <p:nvPr/>
          </p:nvGrpSpPr>
          <p:grpSpPr>
            <a:xfrm>
              <a:off x="7338381" y="690654"/>
              <a:ext cx="884791" cy="153801"/>
              <a:chOff x="7087900" y="662250"/>
              <a:chExt cx="1211711" cy="210600"/>
            </a:xfrm>
          </p:grpSpPr>
          <p:grpSp>
            <p:nvGrpSpPr>
              <p:cNvPr id="241" name="Google Shape;241;p19"/>
              <p:cNvGrpSpPr/>
              <p:nvPr/>
            </p:nvGrpSpPr>
            <p:grpSpPr>
              <a:xfrm>
                <a:off x="8089070" y="662280"/>
                <a:ext cx="210541" cy="210541"/>
                <a:chOff x="8737850" y="715475"/>
                <a:chExt cx="457200" cy="457200"/>
              </a:xfrm>
            </p:grpSpPr>
            <p:cxnSp>
              <p:nvCxnSpPr>
                <p:cNvPr id="242" name="Google Shape;242;p19"/>
                <p:cNvCxnSpPr/>
                <p:nvPr/>
              </p:nvCxnSpPr>
              <p:spPr>
                <a:xfrm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3" name="Google Shape;243;p19"/>
                <p:cNvCxnSpPr/>
                <p:nvPr/>
              </p:nvCxnSpPr>
              <p:spPr>
                <a:xfrm flipH="1"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44" name="Google Shape;244;p19"/>
              <p:cNvCxnSpPr/>
              <p:nvPr/>
            </p:nvCxnSpPr>
            <p:spPr>
              <a:xfrm>
                <a:off x="7087900" y="767550"/>
                <a:ext cx="298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5" name="Google Shape;245;p19"/>
              <p:cNvSpPr/>
              <p:nvPr/>
            </p:nvSpPr>
            <p:spPr>
              <a:xfrm>
                <a:off x="7632585" y="662250"/>
                <a:ext cx="210600" cy="210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20"/>
          <p:cNvGrpSpPr/>
          <p:nvPr/>
        </p:nvGrpSpPr>
        <p:grpSpPr>
          <a:xfrm>
            <a:off x="716075" y="156450"/>
            <a:ext cx="7711918" cy="4830981"/>
            <a:chOff x="-2105881" y="537468"/>
            <a:chExt cx="10533968" cy="6598800"/>
          </a:xfrm>
        </p:grpSpPr>
        <p:sp>
          <p:nvSpPr>
            <p:cNvPr id="248" name="Google Shape;248;p20"/>
            <p:cNvSpPr/>
            <p:nvPr/>
          </p:nvSpPr>
          <p:spPr>
            <a:xfrm>
              <a:off x="-2105881" y="537468"/>
              <a:ext cx="10533900" cy="6598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-2105814" y="537469"/>
              <a:ext cx="10533900" cy="507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50" name="Google Shape;250;p20"/>
            <p:cNvGrpSpPr/>
            <p:nvPr/>
          </p:nvGrpSpPr>
          <p:grpSpPr>
            <a:xfrm>
              <a:off x="7338381" y="690654"/>
              <a:ext cx="884791" cy="153801"/>
              <a:chOff x="7087900" y="662250"/>
              <a:chExt cx="1211711" cy="210600"/>
            </a:xfrm>
          </p:grpSpPr>
          <p:grpSp>
            <p:nvGrpSpPr>
              <p:cNvPr id="251" name="Google Shape;251;p20"/>
              <p:cNvGrpSpPr/>
              <p:nvPr/>
            </p:nvGrpSpPr>
            <p:grpSpPr>
              <a:xfrm>
                <a:off x="8089070" y="662280"/>
                <a:ext cx="210541" cy="210541"/>
                <a:chOff x="8737850" y="715475"/>
                <a:chExt cx="457200" cy="457200"/>
              </a:xfrm>
            </p:grpSpPr>
            <p:cxnSp>
              <p:nvCxnSpPr>
                <p:cNvPr id="252" name="Google Shape;252;p20"/>
                <p:cNvCxnSpPr/>
                <p:nvPr/>
              </p:nvCxnSpPr>
              <p:spPr>
                <a:xfrm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3" name="Google Shape;253;p20"/>
                <p:cNvCxnSpPr/>
                <p:nvPr/>
              </p:nvCxnSpPr>
              <p:spPr>
                <a:xfrm flipH="1">
                  <a:off x="8737850" y="715475"/>
                  <a:ext cx="457200" cy="45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54" name="Google Shape;254;p20"/>
              <p:cNvCxnSpPr/>
              <p:nvPr/>
            </p:nvCxnSpPr>
            <p:spPr>
              <a:xfrm>
                <a:off x="7087900" y="767550"/>
                <a:ext cx="298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5" name="Google Shape;255;p20"/>
              <p:cNvSpPr/>
              <p:nvPr/>
            </p:nvSpPr>
            <p:spPr>
              <a:xfrm>
                <a:off x="7632585" y="662250"/>
                <a:ext cx="210600" cy="210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hare Tech Mono"/>
              <a:buNone/>
              <a:defRPr sz="30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hare Tech Mono"/>
              <a:buNone/>
              <a:defRPr sz="30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hare Tech Mono"/>
              <a:buNone/>
              <a:defRPr sz="30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hare Tech Mono"/>
              <a:buNone/>
              <a:defRPr sz="30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hare Tech Mono"/>
              <a:buNone/>
              <a:defRPr sz="30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hare Tech Mono"/>
              <a:buNone/>
              <a:defRPr sz="30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hare Tech Mono"/>
              <a:buNone/>
              <a:defRPr sz="30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hare Tech Mono"/>
              <a:buNone/>
              <a:defRPr sz="30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hare Tech Mono"/>
              <a:buNone/>
              <a:defRPr sz="30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hare Tech Mono"/>
              <a:buChar char="●"/>
              <a:defRPr sz="12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hare Tech Mono"/>
              <a:buChar char="○"/>
              <a:defRPr sz="12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hare Tech Mono"/>
              <a:buChar char="■"/>
              <a:defRPr sz="12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hare Tech Mono"/>
              <a:buChar char="●"/>
              <a:defRPr sz="12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hare Tech Mono"/>
              <a:buChar char="○"/>
              <a:defRPr sz="12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hare Tech Mono"/>
              <a:buChar char="■"/>
              <a:defRPr sz="12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hare Tech Mono"/>
              <a:buChar char="●"/>
              <a:defRPr sz="12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hare Tech Mono"/>
              <a:buChar char="○"/>
              <a:defRPr sz="12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hare Tech Mono"/>
              <a:buChar char="■"/>
              <a:defRPr sz="1200">
                <a:solidFill>
                  <a:schemeClr val="dk1"/>
                </a:solidFill>
                <a:latin typeface="Share Tech Mono"/>
                <a:ea typeface="Share Tech Mono"/>
                <a:cs typeface="Share Tech Mono"/>
                <a:sym typeface="Share Tech Mon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6" r:id="rId5"/>
    <p:sldLayoutId id="2147483658" r:id="rId6"/>
    <p:sldLayoutId id="2147483659" r:id="rId7"/>
    <p:sldLayoutId id="2147483665" r:id="rId8"/>
    <p:sldLayoutId id="214748366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>
            <a:spLocks noGrp="1"/>
          </p:cNvSpPr>
          <p:nvPr>
            <p:ph type="ctrTitle"/>
          </p:nvPr>
        </p:nvSpPr>
        <p:spPr>
          <a:xfrm>
            <a:off x="3592300" y="1224088"/>
            <a:ext cx="3894600" cy="21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/>
              <a:t>Warp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7486900" y="1224100"/>
            <a:ext cx="6339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chemeClr val="lt2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⥫</a:t>
            </a:r>
            <a:endParaRPr sz="4800">
              <a:solidFill>
                <a:schemeClr val="lt2"/>
              </a:solidFill>
              <a:latin typeface="Share Tech Mono"/>
              <a:ea typeface="Share Tech Mono"/>
              <a:cs typeface="Share Tech Mono"/>
              <a:sym typeface="Share Tech Mono"/>
            </a:endParaRPr>
          </a:p>
        </p:txBody>
      </p:sp>
      <p:grpSp>
        <p:nvGrpSpPr>
          <p:cNvPr id="269" name="Google Shape;269;p24"/>
          <p:cNvGrpSpPr/>
          <p:nvPr/>
        </p:nvGrpSpPr>
        <p:grpSpPr>
          <a:xfrm>
            <a:off x="480275" y="2522775"/>
            <a:ext cx="2204435" cy="1689001"/>
            <a:chOff x="480275" y="2522775"/>
            <a:chExt cx="2204435" cy="1689001"/>
          </a:xfrm>
        </p:grpSpPr>
        <p:grpSp>
          <p:nvGrpSpPr>
            <p:cNvPr id="270" name="Google Shape;270;p24"/>
            <p:cNvGrpSpPr/>
            <p:nvPr/>
          </p:nvGrpSpPr>
          <p:grpSpPr>
            <a:xfrm>
              <a:off x="480275" y="2522775"/>
              <a:ext cx="2204435" cy="1689001"/>
              <a:chOff x="492250" y="2259025"/>
              <a:chExt cx="2204435" cy="1689001"/>
            </a:xfrm>
          </p:grpSpPr>
          <p:grpSp>
            <p:nvGrpSpPr>
              <p:cNvPr id="271" name="Google Shape;271;p24"/>
              <p:cNvGrpSpPr/>
              <p:nvPr/>
            </p:nvGrpSpPr>
            <p:grpSpPr>
              <a:xfrm>
                <a:off x="492250" y="2259050"/>
                <a:ext cx="2204435" cy="1688955"/>
                <a:chOff x="5416998" y="537468"/>
                <a:chExt cx="3011112" cy="2307000"/>
              </a:xfrm>
            </p:grpSpPr>
            <p:sp>
              <p:nvSpPr>
                <p:cNvPr id="272" name="Google Shape;272;p24"/>
                <p:cNvSpPr/>
                <p:nvPr/>
              </p:nvSpPr>
              <p:spPr>
                <a:xfrm>
                  <a:off x="5416998" y="537468"/>
                  <a:ext cx="3011100" cy="23070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73" name="Google Shape;273;p24"/>
                <p:cNvSpPr/>
                <p:nvPr/>
              </p:nvSpPr>
              <p:spPr>
                <a:xfrm>
                  <a:off x="5417010" y="537469"/>
                  <a:ext cx="3011100" cy="5076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grpSp>
              <p:nvGrpSpPr>
                <p:cNvPr id="274" name="Google Shape;274;p24"/>
                <p:cNvGrpSpPr/>
                <p:nvPr/>
              </p:nvGrpSpPr>
              <p:grpSpPr>
                <a:xfrm>
                  <a:off x="7338381" y="690654"/>
                  <a:ext cx="884791" cy="153801"/>
                  <a:chOff x="7087900" y="662250"/>
                  <a:chExt cx="1211711" cy="210600"/>
                </a:xfrm>
              </p:grpSpPr>
              <p:grpSp>
                <p:nvGrpSpPr>
                  <p:cNvPr id="275" name="Google Shape;275;p24"/>
                  <p:cNvGrpSpPr/>
                  <p:nvPr/>
                </p:nvGrpSpPr>
                <p:grpSpPr>
                  <a:xfrm>
                    <a:off x="8089070" y="662280"/>
                    <a:ext cx="210541" cy="210541"/>
                    <a:chOff x="8737850" y="715475"/>
                    <a:chExt cx="457200" cy="457200"/>
                  </a:xfrm>
                </p:grpSpPr>
                <p:cxnSp>
                  <p:nvCxnSpPr>
                    <p:cNvPr id="276" name="Google Shape;276;p24"/>
                    <p:cNvCxnSpPr/>
                    <p:nvPr/>
                  </p:nvCxnSpPr>
                  <p:spPr>
                    <a:xfrm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277" name="Google Shape;277;p24"/>
                    <p:cNvCxnSpPr/>
                    <p:nvPr/>
                  </p:nvCxnSpPr>
                  <p:spPr>
                    <a:xfrm flipH="1"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278" name="Google Shape;278;p24"/>
                  <p:cNvCxnSpPr/>
                  <p:nvPr/>
                </p:nvCxnSpPr>
                <p:spPr>
                  <a:xfrm>
                    <a:off x="7087900" y="767550"/>
                    <a:ext cx="298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279" name="Google Shape;279;p24"/>
                  <p:cNvSpPr/>
                  <p:nvPr/>
                </p:nvSpPr>
                <p:spPr>
                  <a:xfrm>
                    <a:off x="7632585" y="662250"/>
                    <a:ext cx="210600" cy="2106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</p:grpSp>
          <p:pic>
            <p:nvPicPr>
              <p:cNvPr id="280" name="Google Shape;280;p24"/>
              <p:cNvPicPr preferRelativeResize="0"/>
              <p:nvPr/>
            </p:nvPicPr>
            <p:blipFill rotWithShape="1">
              <a:blip r:embed="rId3">
                <a:alphaModFix/>
              </a:blip>
              <a:srcRect t="67162" r="75892"/>
              <a:stretch/>
            </p:blipFill>
            <p:spPr>
              <a:xfrm>
                <a:off x="492250" y="2259025"/>
                <a:ext cx="2204424" cy="1689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1" name="Google Shape;281;p24"/>
            <p:cNvGrpSpPr/>
            <p:nvPr/>
          </p:nvGrpSpPr>
          <p:grpSpPr>
            <a:xfrm>
              <a:off x="572100" y="3295360"/>
              <a:ext cx="2020775" cy="460228"/>
              <a:chOff x="377950" y="3895752"/>
              <a:chExt cx="2020775" cy="587700"/>
            </a:xfrm>
          </p:grpSpPr>
          <p:sp>
            <p:nvSpPr>
              <p:cNvPr id="282" name="Google Shape;282;p24"/>
              <p:cNvSpPr/>
              <p:nvPr/>
            </p:nvSpPr>
            <p:spPr>
              <a:xfrm>
                <a:off x="377950" y="3895752"/>
                <a:ext cx="6429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2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⋕</a:t>
                </a:r>
                <a:endParaRPr sz="3300">
                  <a:solidFill>
                    <a:schemeClr val="dk2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283" name="Google Shape;283;p24"/>
              <p:cNvSpPr/>
              <p:nvPr/>
            </p:nvSpPr>
            <p:spPr>
              <a:xfrm>
                <a:off x="892442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lt2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⋗</a:t>
                </a:r>
                <a:endParaRPr sz="3300">
                  <a:solidFill>
                    <a:schemeClr val="lt2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284" name="Google Shape;284;p24"/>
              <p:cNvSpPr/>
              <p:nvPr/>
            </p:nvSpPr>
            <p:spPr>
              <a:xfrm>
                <a:off x="1351733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⟲</a:t>
                </a:r>
                <a:endParaRPr sz="3300">
                  <a:solidFill>
                    <a:schemeClr val="dk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285" name="Google Shape;285;p24"/>
              <p:cNvSpPr/>
              <p:nvPr/>
            </p:nvSpPr>
            <p:spPr>
              <a:xfrm>
                <a:off x="1811025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accent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≙</a:t>
                </a:r>
                <a:endParaRPr sz="3300">
                  <a:solidFill>
                    <a:schemeClr val="accent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</p:grpSp>
      </p:grp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592300" y="3463959"/>
            <a:ext cx="3894600" cy="460200"/>
          </a:xfrm>
        </p:spPr>
        <p:txBody>
          <a:bodyPr/>
          <a:lstStyle/>
          <a:p>
            <a:r>
              <a:rPr lang="en-US" dirty="0" smtClean="0"/>
              <a:t>Low-level </a:t>
            </a:r>
            <a:r>
              <a:rPr lang="en-US" dirty="0" err="1" smtClean="0"/>
              <a:t>cms</a:t>
            </a:r>
            <a:r>
              <a:rPr lang="en-US" dirty="0" smtClean="0"/>
              <a:t> builder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6"/>
          <p:cNvSpPr txBox="1">
            <a:spLocks noGrp="1"/>
          </p:cNvSpPr>
          <p:nvPr>
            <p:ph type="title" idx="13"/>
          </p:nvPr>
        </p:nvSpPr>
        <p:spPr>
          <a:xfrm>
            <a:off x="4827835" y="1465608"/>
            <a:ext cx="775800" cy="7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A182B5"/>
                </a:solidFill>
              </a:rPr>
              <a:t>02</a:t>
            </a:r>
            <a:endParaRPr dirty="0">
              <a:solidFill>
                <a:srgbClr val="A182B5"/>
              </a:solidFill>
            </a:endParaRPr>
          </a:p>
        </p:txBody>
      </p:sp>
      <p:sp>
        <p:nvSpPr>
          <p:cNvPr id="300" name="Google Shape;300;p26"/>
          <p:cNvSpPr txBox="1">
            <a:spLocks noGrp="1"/>
          </p:cNvSpPr>
          <p:nvPr>
            <p:ph type="title" idx="14"/>
          </p:nvPr>
        </p:nvSpPr>
        <p:spPr>
          <a:xfrm>
            <a:off x="4827835" y="3168095"/>
            <a:ext cx="775800" cy="7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04</a:t>
            </a:r>
            <a:endParaRPr/>
          </a:p>
        </p:txBody>
      </p:sp>
      <p:sp>
        <p:nvSpPr>
          <p:cNvPr id="301" name="Google Shape;301;p26"/>
          <p:cNvSpPr txBox="1">
            <a:spLocks noGrp="1"/>
          </p:cNvSpPr>
          <p:nvPr>
            <p:ph type="title" idx="9"/>
          </p:nvPr>
        </p:nvSpPr>
        <p:spPr>
          <a:xfrm>
            <a:off x="1083985" y="3168095"/>
            <a:ext cx="775800" cy="7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03</a:t>
            </a:r>
            <a:endParaRPr dirty="0"/>
          </a:p>
        </p:txBody>
      </p:sp>
      <p:sp>
        <p:nvSpPr>
          <p:cNvPr id="302" name="Google Shape;302;p26"/>
          <p:cNvSpPr txBox="1">
            <a:spLocks noGrp="1"/>
          </p:cNvSpPr>
          <p:nvPr>
            <p:ph type="title" idx="8"/>
          </p:nvPr>
        </p:nvSpPr>
        <p:spPr>
          <a:xfrm>
            <a:off x="1083985" y="1465608"/>
            <a:ext cx="775800" cy="7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01</a:t>
            </a:r>
            <a:endParaRPr/>
          </a:p>
        </p:txBody>
      </p:sp>
      <p:sp>
        <p:nvSpPr>
          <p:cNvPr id="304" name="Google Shape;304;p26"/>
          <p:cNvSpPr txBox="1">
            <a:spLocks noGrp="1"/>
          </p:cNvSpPr>
          <p:nvPr>
            <p:ph type="title"/>
          </p:nvPr>
        </p:nvSpPr>
        <p:spPr>
          <a:xfrm>
            <a:off x="2012276" y="1388100"/>
            <a:ext cx="23040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/>
              <a:t>Казус</a:t>
            </a:r>
            <a:endParaRPr dirty="0"/>
          </a:p>
        </p:txBody>
      </p:sp>
      <p:sp>
        <p:nvSpPr>
          <p:cNvPr id="305" name="Google Shape;305;p26"/>
          <p:cNvSpPr txBox="1">
            <a:spLocks noGrp="1"/>
          </p:cNvSpPr>
          <p:nvPr>
            <p:ph type="title" idx="2"/>
          </p:nvPr>
        </p:nvSpPr>
        <p:spPr>
          <a:xfrm>
            <a:off x="5756001" y="1388100"/>
            <a:ext cx="23040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/>
              <a:t>Предложение</a:t>
            </a:r>
            <a:endParaRPr dirty="0"/>
          </a:p>
        </p:txBody>
      </p:sp>
      <p:sp>
        <p:nvSpPr>
          <p:cNvPr id="308" name="Google Shape;308;p26"/>
          <p:cNvSpPr txBox="1">
            <a:spLocks noGrp="1"/>
          </p:cNvSpPr>
          <p:nvPr>
            <p:ph type="title" idx="4"/>
          </p:nvPr>
        </p:nvSpPr>
        <p:spPr>
          <a:xfrm>
            <a:off x="2012276" y="3103831"/>
            <a:ext cx="23040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/>
              <a:t>Бъдеще</a:t>
            </a:r>
            <a:endParaRPr dirty="0"/>
          </a:p>
        </p:txBody>
      </p:sp>
      <p:sp>
        <p:nvSpPr>
          <p:cNvPr id="309" name="Google Shape;309;p26"/>
          <p:cNvSpPr txBox="1">
            <a:spLocks noGrp="1"/>
          </p:cNvSpPr>
          <p:nvPr>
            <p:ph type="title" idx="5"/>
          </p:nvPr>
        </p:nvSpPr>
        <p:spPr>
          <a:xfrm>
            <a:off x="5756001" y="3103831"/>
            <a:ext cx="2304000" cy="7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/>
              <a:t>Реализация</a:t>
            </a:r>
            <a:endParaRPr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27"/>
          <p:cNvGrpSpPr/>
          <p:nvPr/>
        </p:nvGrpSpPr>
        <p:grpSpPr>
          <a:xfrm>
            <a:off x="1727196" y="1672886"/>
            <a:ext cx="2237722" cy="1714505"/>
            <a:chOff x="492250" y="2259025"/>
            <a:chExt cx="2204435" cy="1689001"/>
          </a:xfrm>
        </p:grpSpPr>
        <p:grpSp>
          <p:nvGrpSpPr>
            <p:cNvPr id="317" name="Google Shape;317;p27"/>
            <p:cNvGrpSpPr/>
            <p:nvPr/>
          </p:nvGrpSpPr>
          <p:grpSpPr>
            <a:xfrm>
              <a:off x="492250" y="2259050"/>
              <a:ext cx="2204435" cy="1688955"/>
              <a:chOff x="5416998" y="537468"/>
              <a:chExt cx="3011112" cy="2307000"/>
            </a:xfrm>
          </p:grpSpPr>
          <p:sp>
            <p:nvSpPr>
              <p:cNvPr id="318" name="Google Shape;318;p27"/>
              <p:cNvSpPr/>
              <p:nvPr/>
            </p:nvSpPr>
            <p:spPr>
              <a:xfrm>
                <a:off x="5416998" y="537468"/>
                <a:ext cx="3011100" cy="2307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9" name="Google Shape;319;p27"/>
              <p:cNvSpPr/>
              <p:nvPr/>
            </p:nvSpPr>
            <p:spPr>
              <a:xfrm>
                <a:off x="5417010" y="537469"/>
                <a:ext cx="3011100" cy="507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320" name="Google Shape;320;p27"/>
              <p:cNvGrpSpPr/>
              <p:nvPr/>
            </p:nvGrpSpPr>
            <p:grpSpPr>
              <a:xfrm>
                <a:off x="7338381" y="690654"/>
                <a:ext cx="884791" cy="153801"/>
                <a:chOff x="7087900" y="662250"/>
                <a:chExt cx="1211711" cy="210600"/>
              </a:xfrm>
            </p:grpSpPr>
            <p:grpSp>
              <p:nvGrpSpPr>
                <p:cNvPr id="321" name="Google Shape;321;p27"/>
                <p:cNvGrpSpPr/>
                <p:nvPr/>
              </p:nvGrpSpPr>
              <p:grpSpPr>
                <a:xfrm>
                  <a:off x="8089070" y="662280"/>
                  <a:ext cx="210541" cy="210541"/>
                  <a:chOff x="8737850" y="715475"/>
                  <a:chExt cx="457200" cy="457200"/>
                </a:xfrm>
              </p:grpSpPr>
              <p:cxnSp>
                <p:nvCxnSpPr>
                  <p:cNvPr id="322" name="Google Shape;322;p27"/>
                  <p:cNvCxnSpPr/>
                  <p:nvPr/>
                </p:nvCxnSpPr>
                <p:spPr>
                  <a:xfrm>
                    <a:off x="8737850" y="715475"/>
                    <a:ext cx="457200" cy="4572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23" name="Google Shape;323;p27"/>
                  <p:cNvCxnSpPr/>
                  <p:nvPr/>
                </p:nvCxnSpPr>
                <p:spPr>
                  <a:xfrm flipH="1">
                    <a:off x="8737850" y="715475"/>
                    <a:ext cx="457200" cy="4572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324" name="Google Shape;324;p27"/>
                <p:cNvCxnSpPr/>
                <p:nvPr/>
              </p:nvCxnSpPr>
              <p:spPr>
                <a:xfrm>
                  <a:off x="7087900" y="767550"/>
                  <a:ext cx="298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25" name="Google Shape;325;p27"/>
                <p:cNvSpPr/>
                <p:nvPr/>
              </p:nvSpPr>
              <p:spPr>
                <a:xfrm>
                  <a:off x="7632585" y="662250"/>
                  <a:ext cx="210600" cy="2106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pic>
          <p:nvPicPr>
            <p:cNvPr id="326" name="Google Shape;326;p27"/>
            <p:cNvPicPr preferRelativeResize="0"/>
            <p:nvPr/>
          </p:nvPicPr>
          <p:blipFill rotWithShape="1">
            <a:blip r:embed="rId3">
              <a:alphaModFix/>
            </a:blip>
            <a:srcRect t="67162" r="75892"/>
            <a:stretch/>
          </p:blipFill>
          <p:spPr>
            <a:xfrm>
              <a:off x="492250" y="2259025"/>
              <a:ext cx="2204424" cy="16890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7" name="Google Shape;327;p27"/>
          <p:cNvSpPr txBox="1">
            <a:spLocks noGrp="1"/>
          </p:cNvSpPr>
          <p:nvPr>
            <p:ph type="title"/>
          </p:nvPr>
        </p:nvSpPr>
        <p:spPr>
          <a:xfrm>
            <a:off x="4480750" y="1597469"/>
            <a:ext cx="3384600" cy="122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Казус</a:t>
            </a:r>
            <a:endParaRPr dirty="0"/>
          </a:p>
        </p:txBody>
      </p:sp>
      <p:sp>
        <p:nvSpPr>
          <p:cNvPr id="328" name="Google Shape;328;p27"/>
          <p:cNvSpPr txBox="1">
            <a:spLocks noGrp="1"/>
          </p:cNvSpPr>
          <p:nvPr>
            <p:ph type="title" idx="2"/>
          </p:nvPr>
        </p:nvSpPr>
        <p:spPr>
          <a:xfrm>
            <a:off x="2234514" y="2107351"/>
            <a:ext cx="1223100" cy="12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01</a:t>
            </a:r>
            <a:endParaRPr/>
          </a:p>
        </p:txBody>
      </p:sp>
      <p:grpSp>
        <p:nvGrpSpPr>
          <p:cNvPr id="330" name="Google Shape;330;p27"/>
          <p:cNvGrpSpPr/>
          <p:nvPr/>
        </p:nvGrpSpPr>
        <p:grpSpPr>
          <a:xfrm>
            <a:off x="7193849" y="3806975"/>
            <a:ext cx="1770651" cy="1149537"/>
            <a:chOff x="7025999" y="3806975"/>
            <a:chExt cx="1770651" cy="1149537"/>
          </a:xfrm>
        </p:grpSpPr>
        <p:grpSp>
          <p:nvGrpSpPr>
            <p:cNvPr id="331" name="Google Shape;331;p27"/>
            <p:cNvGrpSpPr/>
            <p:nvPr/>
          </p:nvGrpSpPr>
          <p:grpSpPr>
            <a:xfrm>
              <a:off x="7025999" y="3806975"/>
              <a:ext cx="1770651" cy="1149537"/>
              <a:chOff x="952355" y="2259014"/>
              <a:chExt cx="1744312" cy="1132437"/>
            </a:xfrm>
          </p:grpSpPr>
          <p:grpSp>
            <p:nvGrpSpPr>
              <p:cNvPr id="332" name="Google Shape;332;p27"/>
              <p:cNvGrpSpPr/>
              <p:nvPr/>
            </p:nvGrpSpPr>
            <p:grpSpPr>
              <a:xfrm>
                <a:off x="952355" y="2259039"/>
                <a:ext cx="1744306" cy="1132412"/>
                <a:chOff x="6045471" y="537453"/>
                <a:chExt cx="2382606" cy="1546800"/>
              </a:xfrm>
            </p:grpSpPr>
            <p:sp>
              <p:nvSpPr>
                <p:cNvPr id="333" name="Google Shape;333;p27"/>
                <p:cNvSpPr/>
                <p:nvPr/>
              </p:nvSpPr>
              <p:spPr>
                <a:xfrm>
                  <a:off x="6045471" y="537453"/>
                  <a:ext cx="2382600" cy="15468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34" name="Google Shape;334;p27"/>
                <p:cNvSpPr/>
                <p:nvPr/>
              </p:nvSpPr>
              <p:spPr>
                <a:xfrm>
                  <a:off x="6045477" y="537464"/>
                  <a:ext cx="2382600" cy="5076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grpSp>
              <p:nvGrpSpPr>
                <p:cNvPr id="335" name="Google Shape;335;p27"/>
                <p:cNvGrpSpPr/>
                <p:nvPr/>
              </p:nvGrpSpPr>
              <p:grpSpPr>
                <a:xfrm>
                  <a:off x="7338381" y="690654"/>
                  <a:ext cx="884791" cy="153801"/>
                  <a:chOff x="7087900" y="662250"/>
                  <a:chExt cx="1211711" cy="210600"/>
                </a:xfrm>
              </p:grpSpPr>
              <p:grpSp>
                <p:nvGrpSpPr>
                  <p:cNvPr id="336" name="Google Shape;336;p27"/>
                  <p:cNvGrpSpPr/>
                  <p:nvPr/>
                </p:nvGrpSpPr>
                <p:grpSpPr>
                  <a:xfrm>
                    <a:off x="8089070" y="662280"/>
                    <a:ext cx="210541" cy="210541"/>
                    <a:chOff x="8737850" y="715475"/>
                    <a:chExt cx="457200" cy="457200"/>
                  </a:xfrm>
                </p:grpSpPr>
                <p:cxnSp>
                  <p:nvCxnSpPr>
                    <p:cNvPr id="337" name="Google Shape;337;p27"/>
                    <p:cNvCxnSpPr/>
                    <p:nvPr/>
                  </p:nvCxnSpPr>
                  <p:spPr>
                    <a:xfrm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338" name="Google Shape;338;p27"/>
                    <p:cNvCxnSpPr/>
                    <p:nvPr/>
                  </p:nvCxnSpPr>
                  <p:spPr>
                    <a:xfrm flipH="1"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339" name="Google Shape;339;p27"/>
                  <p:cNvCxnSpPr/>
                  <p:nvPr/>
                </p:nvCxnSpPr>
                <p:spPr>
                  <a:xfrm>
                    <a:off x="7087900" y="767550"/>
                    <a:ext cx="298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340" name="Google Shape;340;p27"/>
                  <p:cNvSpPr/>
                  <p:nvPr/>
                </p:nvSpPr>
                <p:spPr>
                  <a:xfrm>
                    <a:off x="7632585" y="662250"/>
                    <a:ext cx="210600" cy="2106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</p:grpSp>
          <p:pic>
            <p:nvPicPr>
              <p:cNvPr id="341" name="Google Shape;341;p27"/>
              <p:cNvPicPr preferRelativeResize="0"/>
              <p:nvPr/>
            </p:nvPicPr>
            <p:blipFill rotWithShape="1">
              <a:blip r:embed="rId3">
                <a:alphaModFix/>
              </a:blip>
              <a:srcRect l="5032" t="67162" r="75891" b="10822"/>
              <a:stretch/>
            </p:blipFill>
            <p:spPr>
              <a:xfrm>
                <a:off x="952356" y="2259014"/>
                <a:ext cx="1744310" cy="11323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2" name="Google Shape;342;p27"/>
            <p:cNvGrpSpPr/>
            <p:nvPr/>
          </p:nvGrpSpPr>
          <p:grpSpPr>
            <a:xfrm>
              <a:off x="7130588" y="4304010"/>
              <a:ext cx="1561483" cy="460228"/>
              <a:chOff x="377950" y="3895752"/>
              <a:chExt cx="1561483" cy="587700"/>
            </a:xfrm>
          </p:grpSpPr>
          <p:sp>
            <p:nvSpPr>
              <p:cNvPr id="343" name="Google Shape;343;p27"/>
              <p:cNvSpPr/>
              <p:nvPr/>
            </p:nvSpPr>
            <p:spPr>
              <a:xfrm>
                <a:off x="377950" y="3895752"/>
                <a:ext cx="6429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2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≑</a:t>
                </a:r>
                <a:endParaRPr sz="3300">
                  <a:solidFill>
                    <a:schemeClr val="dk2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44" name="Google Shape;344;p27"/>
              <p:cNvSpPr/>
              <p:nvPr/>
            </p:nvSpPr>
            <p:spPr>
              <a:xfrm>
                <a:off x="892442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≥</a:t>
                </a:r>
                <a:endParaRPr sz="3300">
                  <a:solidFill>
                    <a:schemeClr val="dk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45" name="Google Shape;345;p27"/>
              <p:cNvSpPr/>
              <p:nvPr/>
            </p:nvSpPr>
            <p:spPr>
              <a:xfrm>
                <a:off x="1351733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accent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⇵</a:t>
                </a:r>
                <a:endParaRPr sz="3300">
                  <a:solidFill>
                    <a:schemeClr val="accent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</p:grpSp>
      </p:grpSp>
      <p:sp>
        <p:nvSpPr>
          <p:cNvPr id="346" name="Google Shape;346;p27"/>
          <p:cNvSpPr/>
          <p:nvPr/>
        </p:nvSpPr>
        <p:spPr>
          <a:xfrm>
            <a:off x="7486900" y="1519650"/>
            <a:ext cx="6339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chemeClr val="dk2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⥢</a:t>
            </a:r>
            <a:endParaRPr sz="4800">
              <a:solidFill>
                <a:schemeClr val="dk2"/>
              </a:solidFill>
              <a:latin typeface="Share Tech Mono"/>
              <a:ea typeface="Share Tech Mono"/>
              <a:cs typeface="Share Tech Mono"/>
              <a:sym typeface="Share Tech Mono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"/>
          <p:cNvSpPr txBox="1">
            <a:spLocks noGrp="1"/>
          </p:cNvSpPr>
          <p:nvPr>
            <p:ph type="title"/>
          </p:nvPr>
        </p:nvSpPr>
        <p:spPr>
          <a:xfrm>
            <a:off x="3507200" y="850450"/>
            <a:ext cx="4462800" cy="188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/>
              <a:t>Проблем</a:t>
            </a:r>
            <a:endParaRPr dirty="0"/>
          </a:p>
        </p:txBody>
      </p:sp>
      <p:sp>
        <p:nvSpPr>
          <p:cNvPr id="352" name="Google Shape;352;p28"/>
          <p:cNvSpPr txBox="1">
            <a:spLocks noGrp="1"/>
          </p:cNvSpPr>
          <p:nvPr>
            <p:ph type="subTitle" idx="1"/>
          </p:nvPr>
        </p:nvSpPr>
        <p:spPr>
          <a:xfrm>
            <a:off x="3507198" y="2818238"/>
            <a:ext cx="4462800" cy="14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Никое </a:t>
            </a:r>
            <a:r>
              <a:rPr lang="en-US" dirty="0" smtClean="0"/>
              <a:t>CMS </a:t>
            </a:r>
            <a:r>
              <a:rPr lang="bg-BG" dirty="0" smtClean="0"/>
              <a:t>предложение не предлага пълен контрол за създаването на сайтове с него.</a:t>
            </a:r>
            <a:endParaRPr dirty="0"/>
          </a:p>
        </p:txBody>
      </p:sp>
      <p:grpSp>
        <p:nvGrpSpPr>
          <p:cNvPr id="353" name="Google Shape;353;p28"/>
          <p:cNvGrpSpPr/>
          <p:nvPr/>
        </p:nvGrpSpPr>
        <p:grpSpPr>
          <a:xfrm>
            <a:off x="228475" y="1419750"/>
            <a:ext cx="2204435" cy="1689001"/>
            <a:chOff x="480275" y="2522775"/>
            <a:chExt cx="2204435" cy="1689001"/>
          </a:xfrm>
        </p:grpSpPr>
        <p:grpSp>
          <p:nvGrpSpPr>
            <p:cNvPr id="354" name="Google Shape;354;p28"/>
            <p:cNvGrpSpPr/>
            <p:nvPr/>
          </p:nvGrpSpPr>
          <p:grpSpPr>
            <a:xfrm>
              <a:off x="480275" y="2522775"/>
              <a:ext cx="2204435" cy="1689001"/>
              <a:chOff x="492250" y="2259025"/>
              <a:chExt cx="2204435" cy="1689001"/>
            </a:xfrm>
          </p:grpSpPr>
          <p:grpSp>
            <p:nvGrpSpPr>
              <p:cNvPr id="355" name="Google Shape;355;p28"/>
              <p:cNvGrpSpPr/>
              <p:nvPr/>
            </p:nvGrpSpPr>
            <p:grpSpPr>
              <a:xfrm>
                <a:off x="492250" y="2259050"/>
                <a:ext cx="2204435" cy="1688955"/>
                <a:chOff x="5416998" y="537468"/>
                <a:chExt cx="3011112" cy="2307000"/>
              </a:xfrm>
            </p:grpSpPr>
            <p:sp>
              <p:nvSpPr>
                <p:cNvPr id="356" name="Google Shape;356;p28"/>
                <p:cNvSpPr/>
                <p:nvPr/>
              </p:nvSpPr>
              <p:spPr>
                <a:xfrm>
                  <a:off x="5416998" y="537468"/>
                  <a:ext cx="3011100" cy="23070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7" name="Google Shape;357;p28"/>
                <p:cNvSpPr/>
                <p:nvPr/>
              </p:nvSpPr>
              <p:spPr>
                <a:xfrm>
                  <a:off x="5417010" y="537469"/>
                  <a:ext cx="3011100" cy="5076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grpSp>
              <p:nvGrpSpPr>
                <p:cNvPr id="358" name="Google Shape;358;p28"/>
                <p:cNvGrpSpPr/>
                <p:nvPr/>
              </p:nvGrpSpPr>
              <p:grpSpPr>
                <a:xfrm>
                  <a:off x="7338381" y="690654"/>
                  <a:ext cx="884791" cy="153801"/>
                  <a:chOff x="7087900" y="662250"/>
                  <a:chExt cx="1211711" cy="210600"/>
                </a:xfrm>
              </p:grpSpPr>
              <p:grpSp>
                <p:nvGrpSpPr>
                  <p:cNvPr id="359" name="Google Shape;359;p28"/>
                  <p:cNvGrpSpPr/>
                  <p:nvPr/>
                </p:nvGrpSpPr>
                <p:grpSpPr>
                  <a:xfrm>
                    <a:off x="8089070" y="662280"/>
                    <a:ext cx="210541" cy="210541"/>
                    <a:chOff x="8737850" y="715475"/>
                    <a:chExt cx="457200" cy="457200"/>
                  </a:xfrm>
                </p:grpSpPr>
                <p:cxnSp>
                  <p:nvCxnSpPr>
                    <p:cNvPr id="360" name="Google Shape;360;p28"/>
                    <p:cNvCxnSpPr/>
                    <p:nvPr/>
                  </p:nvCxnSpPr>
                  <p:spPr>
                    <a:xfrm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361" name="Google Shape;361;p28"/>
                    <p:cNvCxnSpPr/>
                    <p:nvPr/>
                  </p:nvCxnSpPr>
                  <p:spPr>
                    <a:xfrm flipH="1"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362" name="Google Shape;362;p28"/>
                  <p:cNvCxnSpPr/>
                  <p:nvPr/>
                </p:nvCxnSpPr>
                <p:spPr>
                  <a:xfrm>
                    <a:off x="7087900" y="767550"/>
                    <a:ext cx="298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363" name="Google Shape;363;p28"/>
                  <p:cNvSpPr/>
                  <p:nvPr/>
                </p:nvSpPr>
                <p:spPr>
                  <a:xfrm>
                    <a:off x="7632585" y="662250"/>
                    <a:ext cx="210600" cy="2106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</p:grpSp>
          <p:pic>
            <p:nvPicPr>
              <p:cNvPr id="364" name="Google Shape;364;p28"/>
              <p:cNvPicPr preferRelativeResize="0"/>
              <p:nvPr/>
            </p:nvPicPr>
            <p:blipFill rotWithShape="1">
              <a:blip r:embed="rId3">
                <a:alphaModFix/>
              </a:blip>
              <a:srcRect t="67162" r="75892"/>
              <a:stretch/>
            </p:blipFill>
            <p:spPr>
              <a:xfrm>
                <a:off x="492250" y="2259025"/>
                <a:ext cx="2204424" cy="1689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65" name="Google Shape;365;p28"/>
            <p:cNvGrpSpPr/>
            <p:nvPr/>
          </p:nvGrpSpPr>
          <p:grpSpPr>
            <a:xfrm>
              <a:off x="572100" y="3295360"/>
              <a:ext cx="2020775" cy="460228"/>
              <a:chOff x="377950" y="3895752"/>
              <a:chExt cx="2020775" cy="587700"/>
            </a:xfrm>
          </p:grpSpPr>
          <p:sp>
            <p:nvSpPr>
              <p:cNvPr id="366" name="Google Shape;366;p28"/>
              <p:cNvSpPr/>
              <p:nvPr/>
            </p:nvSpPr>
            <p:spPr>
              <a:xfrm>
                <a:off x="377950" y="3895752"/>
                <a:ext cx="6429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2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∦</a:t>
                </a:r>
                <a:endParaRPr sz="3300">
                  <a:solidFill>
                    <a:schemeClr val="dk2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67" name="Google Shape;367;p28"/>
              <p:cNvSpPr/>
              <p:nvPr/>
            </p:nvSpPr>
            <p:spPr>
              <a:xfrm>
                <a:off x="892442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lt2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⋂</a:t>
                </a:r>
                <a:endParaRPr sz="3300">
                  <a:solidFill>
                    <a:schemeClr val="lt2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68" name="Google Shape;368;p28"/>
              <p:cNvSpPr/>
              <p:nvPr/>
            </p:nvSpPr>
            <p:spPr>
              <a:xfrm>
                <a:off x="1351733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♯</a:t>
                </a:r>
                <a:endParaRPr sz="3300">
                  <a:solidFill>
                    <a:schemeClr val="dk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69" name="Google Shape;369;p28"/>
              <p:cNvSpPr/>
              <p:nvPr/>
            </p:nvSpPr>
            <p:spPr>
              <a:xfrm>
                <a:off x="1811025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accent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∇</a:t>
                </a:r>
                <a:endParaRPr sz="3300">
                  <a:solidFill>
                    <a:schemeClr val="accent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27"/>
          <p:cNvGrpSpPr/>
          <p:nvPr/>
        </p:nvGrpSpPr>
        <p:grpSpPr>
          <a:xfrm>
            <a:off x="1727196" y="1672886"/>
            <a:ext cx="2237722" cy="1714505"/>
            <a:chOff x="492250" y="2259025"/>
            <a:chExt cx="2204435" cy="1689001"/>
          </a:xfrm>
        </p:grpSpPr>
        <p:grpSp>
          <p:nvGrpSpPr>
            <p:cNvPr id="317" name="Google Shape;317;p27"/>
            <p:cNvGrpSpPr/>
            <p:nvPr/>
          </p:nvGrpSpPr>
          <p:grpSpPr>
            <a:xfrm>
              <a:off x="492250" y="2259050"/>
              <a:ext cx="2204435" cy="1688955"/>
              <a:chOff x="5416998" y="537468"/>
              <a:chExt cx="3011112" cy="2307000"/>
            </a:xfrm>
          </p:grpSpPr>
          <p:sp>
            <p:nvSpPr>
              <p:cNvPr id="318" name="Google Shape;318;p27"/>
              <p:cNvSpPr/>
              <p:nvPr/>
            </p:nvSpPr>
            <p:spPr>
              <a:xfrm>
                <a:off x="5416998" y="537468"/>
                <a:ext cx="3011100" cy="2307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9" name="Google Shape;319;p27"/>
              <p:cNvSpPr/>
              <p:nvPr/>
            </p:nvSpPr>
            <p:spPr>
              <a:xfrm>
                <a:off x="5417010" y="537469"/>
                <a:ext cx="3011100" cy="507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320" name="Google Shape;320;p27"/>
              <p:cNvGrpSpPr/>
              <p:nvPr/>
            </p:nvGrpSpPr>
            <p:grpSpPr>
              <a:xfrm>
                <a:off x="7338381" y="690654"/>
                <a:ext cx="884791" cy="153801"/>
                <a:chOff x="7087900" y="662250"/>
                <a:chExt cx="1211711" cy="210600"/>
              </a:xfrm>
            </p:grpSpPr>
            <p:grpSp>
              <p:nvGrpSpPr>
                <p:cNvPr id="321" name="Google Shape;321;p27"/>
                <p:cNvGrpSpPr/>
                <p:nvPr/>
              </p:nvGrpSpPr>
              <p:grpSpPr>
                <a:xfrm>
                  <a:off x="8089070" y="662280"/>
                  <a:ext cx="210541" cy="210541"/>
                  <a:chOff x="8737850" y="715475"/>
                  <a:chExt cx="457200" cy="457200"/>
                </a:xfrm>
              </p:grpSpPr>
              <p:cxnSp>
                <p:nvCxnSpPr>
                  <p:cNvPr id="322" name="Google Shape;322;p27"/>
                  <p:cNvCxnSpPr/>
                  <p:nvPr/>
                </p:nvCxnSpPr>
                <p:spPr>
                  <a:xfrm>
                    <a:off x="8737850" y="715475"/>
                    <a:ext cx="457200" cy="4572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23" name="Google Shape;323;p27"/>
                  <p:cNvCxnSpPr/>
                  <p:nvPr/>
                </p:nvCxnSpPr>
                <p:spPr>
                  <a:xfrm flipH="1">
                    <a:off x="8737850" y="715475"/>
                    <a:ext cx="457200" cy="4572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324" name="Google Shape;324;p27"/>
                <p:cNvCxnSpPr/>
                <p:nvPr/>
              </p:nvCxnSpPr>
              <p:spPr>
                <a:xfrm>
                  <a:off x="7087900" y="767550"/>
                  <a:ext cx="298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25" name="Google Shape;325;p27"/>
                <p:cNvSpPr/>
                <p:nvPr/>
              </p:nvSpPr>
              <p:spPr>
                <a:xfrm>
                  <a:off x="7632585" y="662250"/>
                  <a:ext cx="210600" cy="2106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pic>
          <p:nvPicPr>
            <p:cNvPr id="326" name="Google Shape;326;p27"/>
            <p:cNvPicPr preferRelativeResize="0"/>
            <p:nvPr/>
          </p:nvPicPr>
          <p:blipFill rotWithShape="1">
            <a:blip r:embed="rId3">
              <a:alphaModFix/>
            </a:blip>
            <a:srcRect t="67162" r="75892"/>
            <a:stretch/>
          </p:blipFill>
          <p:spPr>
            <a:xfrm>
              <a:off x="492250" y="2259025"/>
              <a:ext cx="2204424" cy="16890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7" name="Google Shape;327;p27"/>
          <p:cNvSpPr txBox="1">
            <a:spLocks noGrp="1"/>
          </p:cNvSpPr>
          <p:nvPr>
            <p:ph type="title"/>
          </p:nvPr>
        </p:nvSpPr>
        <p:spPr>
          <a:xfrm>
            <a:off x="4480750" y="1597469"/>
            <a:ext cx="3384600" cy="122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Решение</a:t>
            </a:r>
            <a:endParaRPr dirty="0"/>
          </a:p>
        </p:txBody>
      </p:sp>
      <p:sp>
        <p:nvSpPr>
          <p:cNvPr id="328" name="Google Shape;328;p27"/>
          <p:cNvSpPr txBox="1">
            <a:spLocks noGrp="1"/>
          </p:cNvSpPr>
          <p:nvPr>
            <p:ph type="title" idx="2"/>
          </p:nvPr>
        </p:nvSpPr>
        <p:spPr>
          <a:xfrm>
            <a:off x="2234514" y="2107351"/>
            <a:ext cx="1223100" cy="12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 smtClean="0">
                <a:solidFill>
                  <a:srgbClr val="A182B5"/>
                </a:solidFill>
              </a:rPr>
              <a:t>02</a:t>
            </a:r>
            <a:endParaRPr dirty="0">
              <a:solidFill>
                <a:srgbClr val="A182B5"/>
              </a:solidFill>
            </a:endParaRPr>
          </a:p>
        </p:txBody>
      </p:sp>
      <p:grpSp>
        <p:nvGrpSpPr>
          <p:cNvPr id="330" name="Google Shape;330;p27"/>
          <p:cNvGrpSpPr/>
          <p:nvPr/>
        </p:nvGrpSpPr>
        <p:grpSpPr>
          <a:xfrm>
            <a:off x="7193849" y="3806975"/>
            <a:ext cx="1770651" cy="1149537"/>
            <a:chOff x="7025999" y="3806975"/>
            <a:chExt cx="1770651" cy="1149537"/>
          </a:xfrm>
        </p:grpSpPr>
        <p:grpSp>
          <p:nvGrpSpPr>
            <p:cNvPr id="331" name="Google Shape;331;p27"/>
            <p:cNvGrpSpPr/>
            <p:nvPr/>
          </p:nvGrpSpPr>
          <p:grpSpPr>
            <a:xfrm>
              <a:off x="7025999" y="3806975"/>
              <a:ext cx="1770651" cy="1149537"/>
              <a:chOff x="952355" y="2259014"/>
              <a:chExt cx="1744312" cy="1132437"/>
            </a:xfrm>
          </p:grpSpPr>
          <p:grpSp>
            <p:nvGrpSpPr>
              <p:cNvPr id="332" name="Google Shape;332;p27"/>
              <p:cNvGrpSpPr/>
              <p:nvPr/>
            </p:nvGrpSpPr>
            <p:grpSpPr>
              <a:xfrm>
                <a:off x="952355" y="2259039"/>
                <a:ext cx="1744306" cy="1132412"/>
                <a:chOff x="6045471" y="537453"/>
                <a:chExt cx="2382606" cy="1546800"/>
              </a:xfrm>
            </p:grpSpPr>
            <p:sp>
              <p:nvSpPr>
                <p:cNvPr id="333" name="Google Shape;333;p27"/>
                <p:cNvSpPr/>
                <p:nvPr/>
              </p:nvSpPr>
              <p:spPr>
                <a:xfrm>
                  <a:off x="6045471" y="537453"/>
                  <a:ext cx="2382600" cy="15468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34" name="Google Shape;334;p27"/>
                <p:cNvSpPr/>
                <p:nvPr/>
              </p:nvSpPr>
              <p:spPr>
                <a:xfrm>
                  <a:off x="6045477" y="537464"/>
                  <a:ext cx="2382600" cy="5076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grpSp>
              <p:nvGrpSpPr>
                <p:cNvPr id="335" name="Google Shape;335;p27"/>
                <p:cNvGrpSpPr/>
                <p:nvPr/>
              </p:nvGrpSpPr>
              <p:grpSpPr>
                <a:xfrm>
                  <a:off x="7338381" y="690654"/>
                  <a:ext cx="884791" cy="153801"/>
                  <a:chOff x="7087900" y="662250"/>
                  <a:chExt cx="1211711" cy="210600"/>
                </a:xfrm>
              </p:grpSpPr>
              <p:grpSp>
                <p:nvGrpSpPr>
                  <p:cNvPr id="336" name="Google Shape;336;p27"/>
                  <p:cNvGrpSpPr/>
                  <p:nvPr/>
                </p:nvGrpSpPr>
                <p:grpSpPr>
                  <a:xfrm>
                    <a:off x="8089070" y="662280"/>
                    <a:ext cx="210541" cy="210541"/>
                    <a:chOff x="8737850" y="715475"/>
                    <a:chExt cx="457200" cy="457200"/>
                  </a:xfrm>
                </p:grpSpPr>
                <p:cxnSp>
                  <p:nvCxnSpPr>
                    <p:cNvPr id="337" name="Google Shape;337;p27"/>
                    <p:cNvCxnSpPr/>
                    <p:nvPr/>
                  </p:nvCxnSpPr>
                  <p:spPr>
                    <a:xfrm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338" name="Google Shape;338;p27"/>
                    <p:cNvCxnSpPr/>
                    <p:nvPr/>
                  </p:nvCxnSpPr>
                  <p:spPr>
                    <a:xfrm flipH="1"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339" name="Google Shape;339;p27"/>
                  <p:cNvCxnSpPr/>
                  <p:nvPr/>
                </p:nvCxnSpPr>
                <p:spPr>
                  <a:xfrm>
                    <a:off x="7087900" y="767550"/>
                    <a:ext cx="298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340" name="Google Shape;340;p27"/>
                  <p:cNvSpPr/>
                  <p:nvPr/>
                </p:nvSpPr>
                <p:spPr>
                  <a:xfrm>
                    <a:off x="7632585" y="662250"/>
                    <a:ext cx="210600" cy="2106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</p:grpSp>
          <p:pic>
            <p:nvPicPr>
              <p:cNvPr id="341" name="Google Shape;341;p27"/>
              <p:cNvPicPr preferRelativeResize="0"/>
              <p:nvPr/>
            </p:nvPicPr>
            <p:blipFill rotWithShape="1">
              <a:blip r:embed="rId3">
                <a:alphaModFix/>
              </a:blip>
              <a:srcRect l="5032" t="67162" r="75891" b="10822"/>
              <a:stretch/>
            </p:blipFill>
            <p:spPr>
              <a:xfrm>
                <a:off x="952356" y="2259014"/>
                <a:ext cx="1744310" cy="11323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2" name="Google Shape;342;p27"/>
            <p:cNvGrpSpPr/>
            <p:nvPr/>
          </p:nvGrpSpPr>
          <p:grpSpPr>
            <a:xfrm>
              <a:off x="7130588" y="4304010"/>
              <a:ext cx="1561483" cy="460228"/>
              <a:chOff x="377950" y="3895752"/>
              <a:chExt cx="1561483" cy="587700"/>
            </a:xfrm>
          </p:grpSpPr>
          <p:sp>
            <p:nvSpPr>
              <p:cNvPr id="343" name="Google Shape;343;p27"/>
              <p:cNvSpPr/>
              <p:nvPr/>
            </p:nvSpPr>
            <p:spPr>
              <a:xfrm>
                <a:off x="377950" y="3895752"/>
                <a:ext cx="6429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2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≑</a:t>
                </a:r>
                <a:endParaRPr sz="3300">
                  <a:solidFill>
                    <a:schemeClr val="dk2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44" name="Google Shape;344;p27"/>
              <p:cNvSpPr/>
              <p:nvPr/>
            </p:nvSpPr>
            <p:spPr>
              <a:xfrm>
                <a:off x="892442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≥</a:t>
                </a:r>
                <a:endParaRPr sz="3300">
                  <a:solidFill>
                    <a:schemeClr val="dk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45" name="Google Shape;345;p27"/>
              <p:cNvSpPr/>
              <p:nvPr/>
            </p:nvSpPr>
            <p:spPr>
              <a:xfrm>
                <a:off x="1351733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accent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⇵</a:t>
                </a:r>
                <a:endParaRPr sz="3300">
                  <a:solidFill>
                    <a:schemeClr val="accent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</p:grpSp>
      </p:grpSp>
      <p:sp>
        <p:nvSpPr>
          <p:cNvPr id="346" name="Google Shape;346;p27"/>
          <p:cNvSpPr/>
          <p:nvPr/>
        </p:nvSpPr>
        <p:spPr>
          <a:xfrm>
            <a:off x="7486900" y="1519650"/>
            <a:ext cx="6339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chemeClr val="dk2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⥢</a:t>
            </a:r>
            <a:endParaRPr sz="4800">
              <a:solidFill>
                <a:schemeClr val="dk2"/>
              </a:solidFill>
              <a:latin typeface="Share Tech Mono"/>
              <a:ea typeface="Share Tech Mono"/>
              <a:cs typeface="Share Tech Mono"/>
              <a:sym typeface="Share Tech Mono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53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"/>
          <p:cNvSpPr txBox="1">
            <a:spLocks noGrp="1"/>
          </p:cNvSpPr>
          <p:nvPr>
            <p:ph type="title"/>
          </p:nvPr>
        </p:nvSpPr>
        <p:spPr>
          <a:xfrm>
            <a:off x="3507200" y="850450"/>
            <a:ext cx="4462800" cy="188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/>
              <a:t>Решение</a:t>
            </a:r>
            <a:endParaRPr dirty="0"/>
          </a:p>
        </p:txBody>
      </p:sp>
      <p:sp>
        <p:nvSpPr>
          <p:cNvPr id="352" name="Google Shape;352;p28"/>
          <p:cNvSpPr txBox="1">
            <a:spLocks noGrp="1"/>
          </p:cNvSpPr>
          <p:nvPr>
            <p:ph type="subTitle" idx="1"/>
          </p:nvPr>
        </p:nvSpPr>
        <p:spPr>
          <a:xfrm>
            <a:off x="3507198" y="2818238"/>
            <a:ext cx="4462800" cy="14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Създаване на платформа, даваща пълен контрол върху </a:t>
            </a:r>
            <a:r>
              <a:rPr lang="bg-BG" dirty="0" smtClean="0"/>
              <a:t>компонентите,</a:t>
            </a:r>
            <a:r>
              <a:rPr lang="en-US" dirty="0" smtClean="0"/>
              <a:t> </a:t>
            </a:r>
            <a:r>
              <a:rPr lang="bg-BG" dirty="0" smtClean="0"/>
              <a:t>нужни </a:t>
            </a:r>
            <a:r>
              <a:rPr lang="bg-BG" dirty="0" smtClean="0"/>
              <a:t>на създаването на един сайт.</a:t>
            </a:r>
            <a:endParaRPr dirty="0"/>
          </a:p>
        </p:txBody>
      </p:sp>
      <p:grpSp>
        <p:nvGrpSpPr>
          <p:cNvPr id="353" name="Google Shape;353;p28"/>
          <p:cNvGrpSpPr/>
          <p:nvPr/>
        </p:nvGrpSpPr>
        <p:grpSpPr>
          <a:xfrm>
            <a:off x="228475" y="1419750"/>
            <a:ext cx="2204435" cy="1689001"/>
            <a:chOff x="480275" y="2522775"/>
            <a:chExt cx="2204435" cy="1689001"/>
          </a:xfrm>
        </p:grpSpPr>
        <p:grpSp>
          <p:nvGrpSpPr>
            <p:cNvPr id="354" name="Google Shape;354;p28"/>
            <p:cNvGrpSpPr/>
            <p:nvPr/>
          </p:nvGrpSpPr>
          <p:grpSpPr>
            <a:xfrm>
              <a:off x="480275" y="2522775"/>
              <a:ext cx="2204435" cy="1689001"/>
              <a:chOff x="492250" y="2259025"/>
              <a:chExt cx="2204435" cy="1689001"/>
            </a:xfrm>
          </p:grpSpPr>
          <p:grpSp>
            <p:nvGrpSpPr>
              <p:cNvPr id="355" name="Google Shape;355;p28"/>
              <p:cNvGrpSpPr/>
              <p:nvPr/>
            </p:nvGrpSpPr>
            <p:grpSpPr>
              <a:xfrm>
                <a:off x="492250" y="2259050"/>
                <a:ext cx="2204435" cy="1688955"/>
                <a:chOff x="5416998" y="537468"/>
                <a:chExt cx="3011112" cy="2307000"/>
              </a:xfrm>
            </p:grpSpPr>
            <p:sp>
              <p:nvSpPr>
                <p:cNvPr id="356" name="Google Shape;356;p28"/>
                <p:cNvSpPr/>
                <p:nvPr/>
              </p:nvSpPr>
              <p:spPr>
                <a:xfrm>
                  <a:off x="5416998" y="537468"/>
                  <a:ext cx="3011100" cy="23070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7" name="Google Shape;357;p28"/>
                <p:cNvSpPr/>
                <p:nvPr/>
              </p:nvSpPr>
              <p:spPr>
                <a:xfrm>
                  <a:off x="5417010" y="537469"/>
                  <a:ext cx="3011100" cy="5076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grpSp>
              <p:nvGrpSpPr>
                <p:cNvPr id="358" name="Google Shape;358;p28"/>
                <p:cNvGrpSpPr/>
                <p:nvPr/>
              </p:nvGrpSpPr>
              <p:grpSpPr>
                <a:xfrm>
                  <a:off x="7338381" y="690654"/>
                  <a:ext cx="884791" cy="153801"/>
                  <a:chOff x="7087900" y="662250"/>
                  <a:chExt cx="1211711" cy="210600"/>
                </a:xfrm>
              </p:grpSpPr>
              <p:grpSp>
                <p:nvGrpSpPr>
                  <p:cNvPr id="359" name="Google Shape;359;p28"/>
                  <p:cNvGrpSpPr/>
                  <p:nvPr/>
                </p:nvGrpSpPr>
                <p:grpSpPr>
                  <a:xfrm>
                    <a:off x="8089070" y="662280"/>
                    <a:ext cx="210541" cy="210541"/>
                    <a:chOff x="8737850" y="715475"/>
                    <a:chExt cx="457200" cy="457200"/>
                  </a:xfrm>
                </p:grpSpPr>
                <p:cxnSp>
                  <p:nvCxnSpPr>
                    <p:cNvPr id="360" name="Google Shape;360;p28"/>
                    <p:cNvCxnSpPr/>
                    <p:nvPr/>
                  </p:nvCxnSpPr>
                  <p:spPr>
                    <a:xfrm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361" name="Google Shape;361;p28"/>
                    <p:cNvCxnSpPr/>
                    <p:nvPr/>
                  </p:nvCxnSpPr>
                  <p:spPr>
                    <a:xfrm flipH="1"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362" name="Google Shape;362;p28"/>
                  <p:cNvCxnSpPr/>
                  <p:nvPr/>
                </p:nvCxnSpPr>
                <p:spPr>
                  <a:xfrm>
                    <a:off x="7087900" y="767550"/>
                    <a:ext cx="298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363" name="Google Shape;363;p28"/>
                  <p:cNvSpPr/>
                  <p:nvPr/>
                </p:nvSpPr>
                <p:spPr>
                  <a:xfrm>
                    <a:off x="7632585" y="662250"/>
                    <a:ext cx="210600" cy="2106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</p:grpSp>
          <p:pic>
            <p:nvPicPr>
              <p:cNvPr id="364" name="Google Shape;364;p28"/>
              <p:cNvPicPr preferRelativeResize="0"/>
              <p:nvPr/>
            </p:nvPicPr>
            <p:blipFill rotWithShape="1">
              <a:blip r:embed="rId3">
                <a:alphaModFix/>
              </a:blip>
              <a:srcRect t="67162" r="75892"/>
              <a:stretch/>
            </p:blipFill>
            <p:spPr>
              <a:xfrm>
                <a:off x="492250" y="2259025"/>
                <a:ext cx="2204424" cy="1689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65" name="Google Shape;365;p28"/>
            <p:cNvGrpSpPr/>
            <p:nvPr/>
          </p:nvGrpSpPr>
          <p:grpSpPr>
            <a:xfrm>
              <a:off x="572100" y="3295360"/>
              <a:ext cx="2020775" cy="460228"/>
              <a:chOff x="377950" y="3895752"/>
              <a:chExt cx="2020775" cy="587700"/>
            </a:xfrm>
          </p:grpSpPr>
          <p:sp>
            <p:nvSpPr>
              <p:cNvPr id="366" name="Google Shape;366;p28"/>
              <p:cNvSpPr/>
              <p:nvPr/>
            </p:nvSpPr>
            <p:spPr>
              <a:xfrm>
                <a:off x="377950" y="3895752"/>
                <a:ext cx="6429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2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∦</a:t>
                </a:r>
                <a:endParaRPr sz="3300">
                  <a:solidFill>
                    <a:schemeClr val="dk2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67" name="Google Shape;367;p28"/>
              <p:cNvSpPr/>
              <p:nvPr/>
            </p:nvSpPr>
            <p:spPr>
              <a:xfrm>
                <a:off x="892442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lt2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⋂</a:t>
                </a:r>
                <a:endParaRPr sz="3300">
                  <a:solidFill>
                    <a:schemeClr val="lt2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68" name="Google Shape;368;p28"/>
              <p:cNvSpPr/>
              <p:nvPr/>
            </p:nvSpPr>
            <p:spPr>
              <a:xfrm>
                <a:off x="1351733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♯</a:t>
                </a:r>
                <a:endParaRPr sz="3300">
                  <a:solidFill>
                    <a:schemeClr val="dk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69" name="Google Shape;369;p28"/>
              <p:cNvSpPr/>
              <p:nvPr/>
            </p:nvSpPr>
            <p:spPr>
              <a:xfrm>
                <a:off x="1811025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accent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∇</a:t>
                </a:r>
                <a:endParaRPr sz="3300">
                  <a:solidFill>
                    <a:schemeClr val="accent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49058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27"/>
          <p:cNvGrpSpPr/>
          <p:nvPr/>
        </p:nvGrpSpPr>
        <p:grpSpPr>
          <a:xfrm>
            <a:off x="1727196" y="1672886"/>
            <a:ext cx="2237722" cy="1714505"/>
            <a:chOff x="492250" y="2259025"/>
            <a:chExt cx="2204435" cy="1689001"/>
          </a:xfrm>
        </p:grpSpPr>
        <p:grpSp>
          <p:nvGrpSpPr>
            <p:cNvPr id="317" name="Google Shape;317;p27"/>
            <p:cNvGrpSpPr/>
            <p:nvPr/>
          </p:nvGrpSpPr>
          <p:grpSpPr>
            <a:xfrm>
              <a:off x="492250" y="2259050"/>
              <a:ext cx="2204435" cy="1688955"/>
              <a:chOff x="5416998" y="537468"/>
              <a:chExt cx="3011112" cy="2307000"/>
            </a:xfrm>
          </p:grpSpPr>
          <p:sp>
            <p:nvSpPr>
              <p:cNvPr id="318" name="Google Shape;318;p27"/>
              <p:cNvSpPr/>
              <p:nvPr/>
            </p:nvSpPr>
            <p:spPr>
              <a:xfrm>
                <a:off x="5416998" y="537468"/>
                <a:ext cx="3011100" cy="2307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9" name="Google Shape;319;p27"/>
              <p:cNvSpPr/>
              <p:nvPr/>
            </p:nvSpPr>
            <p:spPr>
              <a:xfrm>
                <a:off x="5417010" y="537469"/>
                <a:ext cx="3011100" cy="507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320" name="Google Shape;320;p27"/>
              <p:cNvGrpSpPr/>
              <p:nvPr/>
            </p:nvGrpSpPr>
            <p:grpSpPr>
              <a:xfrm>
                <a:off x="7338381" y="690654"/>
                <a:ext cx="884791" cy="153801"/>
                <a:chOff x="7087900" y="662250"/>
                <a:chExt cx="1211711" cy="210600"/>
              </a:xfrm>
            </p:grpSpPr>
            <p:grpSp>
              <p:nvGrpSpPr>
                <p:cNvPr id="321" name="Google Shape;321;p27"/>
                <p:cNvGrpSpPr/>
                <p:nvPr/>
              </p:nvGrpSpPr>
              <p:grpSpPr>
                <a:xfrm>
                  <a:off x="8089070" y="662280"/>
                  <a:ext cx="210541" cy="210541"/>
                  <a:chOff x="8737850" y="715475"/>
                  <a:chExt cx="457200" cy="457200"/>
                </a:xfrm>
              </p:grpSpPr>
              <p:cxnSp>
                <p:nvCxnSpPr>
                  <p:cNvPr id="322" name="Google Shape;322;p27"/>
                  <p:cNvCxnSpPr/>
                  <p:nvPr/>
                </p:nvCxnSpPr>
                <p:spPr>
                  <a:xfrm>
                    <a:off x="8737850" y="715475"/>
                    <a:ext cx="457200" cy="4572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23" name="Google Shape;323;p27"/>
                  <p:cNvCxnSpPr/>
                  <p:nvPr/>
                </p:nvCxnSpPr>
                <p:spPr>
                  <a:xfrm flipH="1">
                    <a:off x="8737850" y="715475"/>
                    <a:ext cx="457200" cy="4572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324" name="Google Shape;324;p27"/>
                <p:cNvCxnSpPr/>
                <p:nvPr/>
              </p:nvCxnSpPr>
              <p:spPr>
                <a:xfrm>
                  <a:off x="7087900" y="767550"/>
                  <a:ext cx="298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25" name="Google Shape;325;p27"/>
                <p:cNvSpPr/>
                <p:nvPr/>
              </p:nvSpPr>
              <p:spPr>
                <a:xfrm>
                  <a:off x="7632585" y="662250"/>
                  <a:ext cx="210600" cy="2106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pic>
          <p:nvPicPr>
            <p:cNvPr id="326" name="Google Shape;326;p27"/>
            <p:cNvPicPr preferRelativeResize="0"/>
            <p:nvPr/>
          </p:nvPicPr>
          <p:blipFill rotWithShape="1">
            <a:blip r:embed="rId3">
              <a:alphaModFix/>
            </a:blip>
            <a:srcRect t="67162" r="75892"/>
            <a:stretch/>
          </p:blipFill>
          <p:spPr>
            <a:xfrm>
              <a:off x="492250" y="2259025"/>
              <a:ext cx="2204424" cy="16890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7" name="Google Shape;327;p27"/>
          <p:cNvSpPr txBox="1">
            <a:spLocks noGrp="1"/>
          </p:cNvSpPr>
          <p:nvPr>
            <p:ph type="title"/>
          </p:nvPr>
        </p:nvSpPr>
        <p:spPr>
          <a:xfrm>
            <a:off x="4480750" y="1597469"/>
            <a:ext cx="3384600" cy="122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Бъдеще</a:t>
            </a:r>
            <a:endParaRPr dirty="0"/>
          </a:p>
        </p:txBody>
      </p:sp>
      <p:sp>
        <p:nvSpPr>
          <p:cNvPr id="328" name="Google Shape;328;p27"/>
          <p:cNvSpPr txBox="1">
            <a:spLocks noGrp="1"/>
          </p:cNvSpPr>
          <p:nvPr>
            <p:ph type="title" idx="2"/>
          </p:nvPr>
        </p:nvSpPr>
        <p:spPr>
          <a:xfrm>
            <a:off x="2234514" y="2107351"/>
            <a:ext cx="1223100" cy="12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>
                <a:solidFill>
                  <a:srgbClr val="FD7FFD"/>
                </a:solidFill>
              </a:rPr>
              <a:t>03</a:t>
            </a:r>
            <a:endParaRPr dirty="0">
              <a:solidFill>
                <a:srgbClr val="FD7FFD"/>
              </a:solidFill>
            </a:endParaRPr>
          </a:p>
        </p:txBody>
      </p:sp>
      <p:grpSp>
        <p:nvGrpSpPr>
          <p:cNvPr id="330" name="Google Shape;330;p27"/>
          <p:cNvGrpSpPr/>
          <p:nvPr/>
        </p:nvGrpSpPr>
        <p:grpSpPr>
          <a:xfrm>
            <a:off x="7193849" y="3806975"/>
            <a:ext cx="1770651" cy="1149537"/>
            <a:chOff x="7025999" y="3806975"/>
            <a:chExt cx="1770651" cy="1149537"/>
          </a:xfrm>
        </p:grpSpPr>
        <p:grpSp>
          <p:nvGrpSpPr>
            <p:cNvPr id="331" name="Google Shape;331;p27"/>
            <p:cNvGrpSpPr/>
            <p:nvPr/>
          </p:nvGrpSpPr>
          <p:grpSpPr>
            <a:xfrm>
              <a:off x="7025999" y="3806975"/>
              <a:ext cx="1770651" cy="1149537"/>
              <a:chOff x="952355" y="2259014"/>
              <a:chExt cx="1744312" cy="1132437"/>
            </a:xfrm>
          </p:grpSpPr>
          <p:grpSp>
            <p:nvGrpSpPr>
              <p:cNvPr id="332" name="Google Shape;332;p27"/>
              <p:cNvGrpSpPr/>
              <p:nvPr/>
            </p:nvGrpSpPr>
            <p:grpSpPr>
              <a:xfrm>
                <a:off x="952355" y="2259039"/>
                <a:ext cx="1744306" cy="1132412"/>
                <a:chOff x="6045471" y="537453"/>
                <a:chExt cx="2382606" cy="1546800"/>
              </a:xfrm>
            </p:grpSpPr>
            <p:sp>
              <p:nvSpPr>
                <p:cNvPr id="333" name="Google Shape;333;p27"/>
                <p:cNvSpPr/>
                <p:nvPr/>
              </p:nvSpPr>
              <p:spPr>
                <a:xfrm>
                  <a:off x="6045471" y="537453"/>
                  <a:ext cx="2382600" cy="15468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34" name="Google Shape;334;p27"/>
                <p:cNvSpPr/>
                <p:nvPr/>
              </p:nvSpPr>
              <p:spPr>
                <a:xfrm>
                  <a:off x="6045477" y="537464"/>
                  <a:ext cx="2382600" cy="5076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grpSp>
              <p:nvGrpSpPr>
                <p:cNvPr id="335" name="Google Shape;335;p27"/>
                <p:cNvGrpSpPr/>
                <p:nvPr/>
              </p:nvGrpSpPr>
              <p:grpSpPr>
                <a:xfrm>
                  <a:off x="7338381" y="690654"/>
                  <a:ext cx="884791" cy="153801"/>
                  <a:chOff x="7087900" y="662250"/>
                  <a:chExt cx="1211711" cy="210600"/>
                </a:xfrm>
              </p:grpSpPr>
              <p:grpSp>
                <p:nvGrpSpPr>
                  <p:cNvPr id="336" name="Google Shape;336;p27"/>
                  <p:cNvGrpSpPr/>
                  <p:nvPr/>
                </p:nvGrpSpPr>
                <p:grpSpPr>
                  <a:xfrm>
                    <a:off x="8089070" y="662280"/>
                    <a:ext cx="210541" cy="210541"/>
                    <a:chOff x="8737850" y="715475"/>
                    <a:chExt cx="457200" cy="457200"/>
                  </a:xfrm>
                </p:grpSpPr>
                <p:cxnSp>
                  <p:nvCxnSpPr>
                    <p:cNvPr id="337" name="Google Shape;337;p27"/>
                    <p:cNvCxnSpPr/>
                    <p:nvPr/>
                  </p:nvCxnSpPr>
                  <p:spPr>
                    <a:xfrm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338" name="Google Shape;338;p27"/>
                    <p:cNvCxnSpPr/>
                    <p:nvPr/>
                  </p:nvCxnSpPr>
                  <p:spPr>
                    <a:xfrm flipH="1"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339" name="Google Shape;339;p27"/>
                  <p:cNvCxnSpPr/>
                  <p:nvPr/>
                </p:nvCxnSpPr>
                <p:spPr>
                  <a:xfrm>
                    <a:off x="7087900" y="767550"/>
                    <a:ext cx="298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340" name="Google Shape;340;p27"/>
                  <p:cNvSpPr/>
                  <p:nvPr/>
                </p:nvSpPr>
                <p:spPr>
                  <a:xfrm>
                    <a:off x="7632585" y="662250"/>
                    <a:ext cx="210600" cy="2106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</p:grpSp>
          <p:pic>
            <p:nvPicPr>
              <p:cNvPr id="341" name="Google Shape;341;p27"/>
              <p:cNvPicPr preferRelativeResize="0"/>
              <p:nvPr/>
            </p:nvPicPr>
            <p:blipFill rotWithShape="1">
              <a:blip r:embed="rId3">
                <a:alphaModFix/>
              </a:blip>
              <a:srcRect l="5032" t="67162" r="75891" b="10822"/>
              <a:stretch/>
            </p:blipFill>
            <p:spPr>
              <a:xfrm>
                <a:off x="952356" y="2259014"/>
                <a:ext cx="1744310" cy="11323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2" name="Google Shape;342;p27"/>
            <p:cNvGrpSpPr/>
            <p:nvPr/>
          </p:nvGrpSpPr>
          <p:grpSpPr>
            <a:xfrm>
              <a:off x="7130588" y="4304010"/>
              <a:ext cx="1561483" cy="460228"/>
              <a:chOff x="377950" y="3895752"/>
              <a:chExt cx="1561483" cy="587700"/>
            </a:xfrm>
          </p:grpSpPr>
          <p:sp>
            <p:nvSpPr>
              <p:cNvPr id="343" name="Google Shape;343;p27"/>
              <p:cNvSpPr/>
              <p:nvPr/>
            </p:nvSpPr>
            <p:spPr>
              <a:xfrm>
                <a:off x="377950" y="3895752"/>
                <a:ext cx="6429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2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≑</a:t>
                </a:r>
                <a:endParaRPr sz="3300">
                  <a:solidFill>
                    <a:schemeClr val="dk2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44" name="Google Shape;344;p27"/>
              <p:cNvSpPr/>
              <p:nvPr/>
            </p:nvSpPr>
            <p:spPr>
              <a:xfrm>
                <a:off x="892442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≥</a:t>
                </a:r>
                <a:endParaRPr sz="3300">
                  <a:solidFill>
                    <a:schemeClr val="dk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45" name="Google Shape;345;p27"/>
              <p:cNvSpPr/>
              <p:nvPr/>
            </p:nvSpPr>
            <p:spPr>
              <a:xfrm>
                <a:off x="1351733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accent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⇵</a:t>
                </a:r>
                <a:endParaRPr sz="3300">
                  <a:solidFill>
                    <a:schemeClr val="accent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</p:grpSp>
      </p:grpSp>
      <p:sp>
        <p:nvSpPr>
          <p:cNvPr id="346" name="Google Shape;346;p27"/>
          <p:cNvSpPr/>
          <p:nvPr/>
        </p:nvSpPr>
        <p:spPr>
          <a:xfrm>
            <a:off x="7486900" y="1519650"/>
            <a:ext cx="6339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chemeClr val="dk2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⥢</a:t>
            </a:r>
            <a:endParaRPr sz="4800">
              <a:solidFill>
                <a:schemeClr val="dk2"/>
              </a:solidFill>
              <a:latin typeface="Share Tech Mono"/>
              <a:ea typeface="Share Tech Mono"/>
              <a:cs typeface="Share Tech Mono"/>
              <a:sym typeface="Share Tech Mono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89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"/>
          <p:cNvSpPr txBox="1">
            <a:spLocks noGrp="1"/>
          </p:cNvSpPr>
          <p:nvPr>
            <p:ph type="title"/>
          </p:nvPr>
        </p:nvSpPr>
        <p:spPr>
          <a:xfrm>
            <a:off x="3507200" y="850450"/>
            <a:ext cx="4462800" cy="188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/>
              <a:t>Бъдеще</a:t>
            </a:r>
            <a:endParaRPr dirty="0"/>
          </a:p>
        </p:txBody>
      </p:sp>
      <p:sp>
        <p:nvSpPr>
          <p:cNvPr id="352" name="Google Shape;352;p28"/>
          <p:cNvSpPr txBox="1">
            <a:spLocks noGrp="1"/>
          </p:cNvSpPr>
          <p:nvPr>
            <p:ph type="subTitle" idx="1"/>
          </p:nvPr>
        </p:nvSpPr>
        <p:spPr>
          <a:xfrm>
            <a:off x="3507198" y="2818238"/>
            <a:ext cx="4462800" cy="14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 smtClean="0"/>
              <a:t>Интеграция на </a:t>
            </a:r>
            <a:r>
              <a:rPr lang="en-US" dirty="0" smtClean="0"/>
              <a:t>back-end </a:t>
            </a:r>
            <a:r>
              <a:rPr lang="en-US" dirty="0" err="1" smtClean="0"/>
              <a:t>cms</a:t>
            </a:r>
            <a:endParaRPr lang="en-US" dirty="0" smtClean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bg-BG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bg-BG" dirty="0" smtClean="0"/>
              <a:t>Позволяване на свободно използване на избрани технологии от потребителя.</a:t>
            </a:r>
            <a:endParaRPr dirty="0"/>
          </a:p>
        </p:txBody>
      </p:sp>
      <p:grpSp>
        <p:nvGrpSpPr>
          <p:cNvPr id="353" name="Google Shape;353;p28"/>
          <p:cNvGrpSpPr/>
          <p:nvPr/>
        </p:nvGrpSpPr>
        <p:grpSpPr>
          <a:xfrm>
            <a:off x="228475" y="1419750"/>
            <a:ext cx="2204435" cy="1689001"/>
            <a:chOff x="480275" y="2522775"/>
            <a:chExt cx="2204435" cy="1689001"/>
          </a:xfrm>
        </p:grpSpPr>
        <p:grpSp>
          <p:nvGrpSpPr>
            <p:cNvPr id="354" name="Google Shape;354;p28"/>
            <p:cNvGrpSpPr/>
            <p:nvPr/>
          </p:nvGrpSpPr>
          <p:grpSpPr>
            <a:xfrm>
              <a:off x="480275" y="2522775"/>
              <a:ext cx="2204435" cy="1689001"/>
              <a:chOff x="492250" y="2259025"/>
              <a:chExt cx="2204435" cy="1689001"/>
            </a:xfrm>
          </p:grpSpPr>
          <p:grpSp>
            <p:nvGrpSpPr>
              <p:cNvPr id="355" name="Google Shape;355;p28"/>
              <p:cNvGrpSpPr/>
              <p:nvPr/>
            </p:nvGrpSpPr>
            <p:grpSpPr>
              <a:xfrm>
                <a:off x="492250" y="2259050"/>
                <a:ext cx="2204435" cy="1688955"/>
                <a:chOff x="5416998" y="537468"/>
                <a:chExt cx="3011112" cy="2307000"/>
              </a:xfrm>
            </p:grpSpPr>
            <p:sp>
              <p:nvSpPr>
                <p:cNvPr id="356" name="Google Shape;356;p28"/>
                <p:cNvSpPr/>
                <p:nvPr/>
              </p:nvSpPr>
              <p:spPr>
                <a:xfrm>
                  <a:off x="5416998" y="537468"/>
                  <a:ext cx="3011100" cy="23070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7" name="Google Shape;357;p28"/>
                <p:cNvSpPr/>
                <p:nvPr/>
              </p:nvSpPr>
              <p:spPr>
                <a:xfrm>
                  <a:off x="5417010" y="537469"/>
                  <a:ext cx="3011100" cy="5076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grpSp>
              <p:nvGrpSpPr>
                <p:cNvPr id="358" name="Google Shape;358;p28"/>
                <p:cNvGrpSpPr/>
                <p:nvPr/>
              </p:nvGrpSpPr>
              <p:grpSpPr>
                <a:xfrm>
                  <a:off x="7338381" y="690654"/>
                  <a:ext cx="884791" cy="153801"/>
                  <a:chOff x="7087900" y="662250"/>
                  <a:chExt cx="1211711" cy="210600"/>
                </a:xfrm>
              </p:grpSpPr>
              <p:grpSp>
                <p:nvGrpSpPr>
                  <p:cNvPr id="359" name="Google Shape;359;p28"/>
                  <p:cNvGrpSpPr/>
                  <p:nvPr/>
                </p:nvGrpSpPr>
                <p:grpSpPr>
                  <a:xfrm>
                    <a:off x="8089070" y="662280"/>
                    <a:ext cx="210541" cy="210541"/>
                    <a:chOff x="8737850" y="715475"/>
                    <a:chExt cx="457200" cy="457200"/>
                  </a:xfrm>
                </p:grpSpPr>
                <p:cxnSp>
                  <p:nvCxnSpPr>
                    <p:cNvPr id="360" name="Google Shape;360;p28"/>
                    <p:cNvCxnSpPr/>
                    <p:nvPr/>
                  </p:nvCxnSpPr>
                  <p:spPr>
                    <a:xfrm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361" name="Google Shape;361;p28"/>
                    <p:cNvCxnSpPr/>
                    <p:nvPr/>
                  </p:nvCxnSpPr>
                  <p:spPr>
                    <a:xfrm flipH="1"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362" name="Google Shape;362;p28"/>
                  <p:cNvCxnSpPr/>
                  <p:nvPr/>
                </p:nvCxnSpPr>
                <p:spPr>
                  <a:xfrm>
                    <a:off x="7087900" y="767550"/>
                    <a:ext cx="298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363" name="Google Shape;363;p28"/>
                  <p:cNvSpPr/>
                  <p:nvPr/>
                </p:nvSpPr>
                <p:spPr>
                  <a:xfrm>
                    <a:off x="7632585" y="662250"/>
                    <a:ext cx="210600" cy="2106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</p:grpSp>
          <p:pic>
            <p:nvPicPr>
              <p:cNvPr id="364" name="Google Shape;364;p28"/>
              <p:cNvPicPr preferRelativeResize="0"/>
              <p:nvPr/>
            </p:nvPicPr>
            <p:blipFill rotWithShape="1">
              <a:blip r:embed="rId3">
                <a:alphaModFix/>
              </a:blip>
              <a:srcRect t="67162" r="75892"/>
              <a:stretch/>
            </p:blipFill>
            <p:spPr>
              <a:xfrm>
                <a:off x="492250" y="2259025"/>
                <a:ext cx="2204424" cy="1689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65" name="Google Shape;365;p28"/>
            <p:cNvGrpSpPr/>
            <p:nvPr/>
          </p:nvGrpSpPr>
          <p:grpSpPr>
            <a:xfrm>
              <a:off x="572100" y="3295360"/>
              <a:ext cx="2020775" cy="460228"/>
              <a:chOff x="377950" y="3895752"/>
              <a:chExt cx="2020775" cy="587700"/>
            </a:xfrm>
          </p:grpSpPr>
          <p:sp>
            <p:nvSpPr>
              <p:cNvPr id="366" name="Google Shape;366;p28"/>
              <p:cNvSpPr/>
              <p:nvPr/>
            </p:nvSpPr>
            <p:spPr>
              <a:xfrm>
                <a:off x="377950" y="3895752"/>
                <a:ext cx="6429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2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∦</a:t>
                </a:r>
                <a:endParaRPr sz="3300">
                  <a:solidFill>
                    <a:schemeClr val="dk2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67" name="Google Shape;367;p28"/>
              <p:cNvSpPr/>
              <p:nvPr/>
            </p:nvSpPr>
            <p:spPr>
              <a:xfrm>
                <a:off x="892442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lt2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⋂</a:t>
                </a:r>
                <a:endParaRPr sz="3300">
                  <a:solidFill>
                    <a:schemeClr val="lt2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68" name="Google Shape;368;p28"/>
              <p:cNvSpPr/>
              <p:nvPr/>
            </p:nvSpPr>
            <p:spPr>
              <a:xfrm>
                <a:off x="1351733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♯</a:t>
                </a:r>
                <a:endParaRPr sz="3300">
                  <a:solidFill>
                    <a:schemeClr val="dk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69" name="Google Shape;369;p28"/>
              <p:cNvSpPr/>
              <p:nvPr/>
            </p:nvSpPr>
            <p:spPr>
              <a:xfrm>
                <a:off x="1811025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accent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∇</a:t>
                </a:r>
                <a:endParaRPr sz="3300">
                  <a:solidFill>
                    <a:schemeClr val="accent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6051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27"/>
          <p:cNvGrpSpPr/>
          <p:nvPr/>
        </p:nvGrpSpPr>
        <p:grpSpPr>
          <a:xfrm>
            <a:off x="1727196" y="1672886"/>
            <a:ext cx="2237722" cy="1714505"/>
            <a:chOff x="492250" y="2259025"/>
            <a:chExt cx="2204435" cy="1689001"/>
          </a:xfrm>
        </p:grpSpPr>
        <p:grpSp>
          <p:nvGrpSpPr>
            <p:cNvPr id="317" name="Google Shape;317;p27"/>
            <p:cNvGrpSpPr/>
            <p:nvPr/>
          </p:nvGrpSpPr>
          <p:grpSpPr>
            <a:xfrm>
              <a:off x="492250" y="2259050"/>
              <a:ext cx="2204435" cy="1688955"/>
              <a:chOff x="5416998" y="537468"/>
              <a:chExt cx="3011112" cy="2307000"/>
            </a:xfrm>
          </p:grpSpPr>
          <p:sp>
            <p:nvSpPr>
              <p:cNvPr id="318" name="Google Shape;318;p27"/>
              <p:cNvSpPr/>
              <p:nvPr/>
            </p:nvSpPr>
            <p:spPr>
              <a:xfrm>
                <a:off x="5416998" y="537468"/>
                <a:ext cx="3011100" cy="2307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9" name="Google Shape;319;p27"/>
              <p:cNvSpPr/>
              <p:nvPr/>
            </p:nvSpPr>
            <p:spPr>
              <a:xfrm>
                <a:off x="5417010" y="537469"/>
                <a:ext cx="3011100" cy="507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320" name="Google Shape;320;p27"/>
              <p:cNvGrpSpPr/>
              <p:nvPr/>
            </p:nvGrpSpPr>
            <p:grpSpPr>
              <a:xfrm>
                <a:off x="7338381" y="690654"/>
                <a:ext cx="884791" cy="153801"/>
                <a:chOff x="7087900" y="662250"/>
                <a:chExt cx="1211711" cy="210600"/>
              </a:xfrm>
            </p:grpSpPr>
            <p:grpSp>
              <p:nvGrpSpPr>
                <p:cNvPr id="321" name="Google Shape;321;p27"/>
                <p:cNvGrpSpPr/>
                <p:nvPr/>
              </p:nvGrpSpPr>
              <p:grpSpPr>
                <a:xfrm>
                  <a:off x="8089070" y="662280"/>
                  <a:ext cx="210541" cy="210541"/>
                  <a:chOff x="8737850" y="715475"/>
                  <a:chExt cx="457200" cy="457200"/>
                </a:xfrm>
              </p:grpSpPr>
              <p:cxnSp>
                <p:nvCxnSpPr>
                  <p:cNvPr id="322" name="Google Shape;322;p27"/>
                  <p:cNvCxnSpPr/>
                  <p:nvPr/>
                </p:nvCxnSpPr>
                <p:spPr>
                  <a:xfrm>
                    <a:off x="8737850" y="715475"/>
                    <a:ext cx="457200" cy="4572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23" name="Google Shape;323;p27"/>
                  <p:cNvCxnSpPr/>
                  <p:nvPr/>
                </p:nvCxnSpPr>
                <p:spPr>
                  <a:xfrm flipH="1">
                    <a:off x="8737850" y="715475"/>
                    <a:ext cx="457200" cy="4572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324" name="Google Shape;324;p27"/>
                <p:cNvCxnSpPr/>
                <p:nvPr/>
              </p:nvCxnSpPr>
              <p:spPr>
                <a:xfrm>
                  <a:off x="7087900" y="767550"/>
                  <a:ext cx="298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25" name="Google Shape;325;p27"/>
                <p:cNvSpPr/>
                <p:nvPr/>
              </p:nvSpPr>
              <p:spPr>
                <a:xfrm>
                  <a:off x="7632585" y="662250"/>
                  <a:ext cx="210600" cy="2106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pic>
          <p:nvPicPr>
            <p:cNvPr id="326" name="Google Shape;326;p27"/>
            <p:cNvPicPr preferRelativeResize="0"/>
            <p:nvPr/>
          </p:nvPicPr>
          <p:blipFill rotWithShape="1">
            <a:blip r:embed="rId3">
              <a:alphaModFix/>
            </a:blip>
            <a:srcRect t="67162" r="75892"/>
            <a:stretch/>
          </p:blipFill>
          <p:spPr>
            <a:xfrm>
              <a:off x="492250" y="2259025"/>
              <a:ext cx="2204424" cy="16890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7" name="Google Shape;327;p27"/>
          <p:cNvSpPr txBox="1">
            <a:spLocks noGrp="1"/>
          </p:cNvSpPr>
          <p:nvPr>
            <p:ph type="title"/>
          </p:nvPr>
        </p:nvSpPr>
        <p:spPr>
          <a:xfrm>
            <a:off x="4480750" y="1597469"/>
            <a:ext cx="3384600" cy="122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/>
              <a:t>Реализация</a:t>
            </a:r>
            <a:endParaRPr dirty="0"/>
          </a:p>
        </p:txBody>
      </p:sp>
      <p:sp>
        <p:nvSpPr>
          <p:cNvPr id="328" name="Google Shape;328;p27"/>
          <p:cNvSpPr txBox="1">
            <a:spLocks noGrp="1"/>
          </p:cNvSpPr>
          <p:nvPr>
            <p:ph type="title" idx="2"/>
          </p:nvPr>
        </p:nvSpPr>
        <p:spPr>
          <a:xfrm>
            <a:off x="2234514" y="2107351"/>
            <a:ext cx="1223100" cy="12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>
                <a:solidFill>
                  <a:schemeClr val="tx1"/>
                </a:solidFill>
              </a:rPr>
              <a:t>04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330" name="Google Shape;330;p27"/>
          <p:cNvGrpSpPr/>
          <p:nvPr/>
        </p:nvGrpSpPr>
        <p:grpSpPr>
          <a:xfrm>
            <a:off x="7193849" y="3806975"/>
            <a:ext cx="1770651" cy="1149537"/>
            <a:chOff x="7025999" y="3806975"/>
            <a:chExt cx="1770651" cy="1149537"/>
          </a:xfrm>
        </p:grpSpPr>
        <p:grpSp>
          <p:nvGrpSpPr>
            <p:cNvPr id="331" name="Google Shape;331;p27"/>
            <p:cNvGrpSpPr/>
            <p:nvPr/>
          </p:nvGrpSpPr>
          <p:grpSpPr>
            <a:xfrm>
              <a:off x="7025999" y="3806975"/>
              <a:ext cx="1770651" cy="1149537"/>
              <a:chOff x="952355" y="2259014"/>
              <a:chExt cx="1744312" cy="1132437"/>
            </a:xfrm>
          </p:grpSpPr>
          <p:grpSp>
            <p:nvGrpSpPr>
              <p:cNvPr id="332" name="Google Shape;332;p27"/>
              <p:cNvGrpSpPr/>
              <p:nvPr/>
            </p:nvGrpSpPr>
            <p:grpSpPr>
              <a:xfrm>
                <a:off x="952355" y="2259039"/>
                <a:ext cx="1744306" cy="1132412"/>
                <a:chOff x="6045471" y="537453"/>
                <a:chExt cx="2382606" cy="1546800"/>
              </a:xfrm>
            </p:grpSpPr>
            <p:sp>
              <p:nvSpPr>
                <p:cNvPr id="333" name="Google Shape;333;p27"/>
                <p:cNvSpPr/>
                <p:nvPr/>
              </p:nvSpPr>
              <p:spPr>
                <a:xfrm>
                  <a:off x="6045471" y="537453"/>
                  <a:ext cx="2382600" cy="15468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34" name="Google Shape;334;p27"/>
                <p:cNvSpPr/>
                <p:nvPr/>
              </p:nvSpPr>
              <p:spPr>
                <a:xfrm>
                  <a:off x="6045477" y="537464"/>
                  <a:ext cx="2382600" cy="5076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grpSp>
              <p:nvGrpSpPr>
                <p:cNvPr id="335" name="Google Shape;335;p27"/>
                <p:cNvGrpSpPr/>
                <p:nvPr/>
              </p:nvGrpSpPr>
              <p:grpSpPr>
                <a:xfrm>
                  <a:off x="7338381" y="690654"/>
                  <a:ext cx="884791" cy="153801"/>
                  <a:chOff x="7087900" y="662250"/>
                  <a:chExt cx="1211711" cy="210600"/>
                </a:xfrm>
              </p:grpSpPr>
              <p:grpSp>
                <p:nvGrpSpPr>
                  <p:cNvPr id="336" name="Google Shape;336;p27"/>
                  <p:cNvGrpSpPr/>
                  <p:nvPr/>
                </p:nvGrpSpPr>
                <p:grpSpPr>
                  <a:xfrm>
                    <a:off x="8089070" y="662280"/>
                    <a:ext cx="210541" cy="210541"/>
                    <a:chOff x="8737850" y="715475"/>
                    <a:chExt cx="457200" cy="457200"/>
                  </a:xfrm>
                </p:grpSpPr>
                <p:cxnSp>
                  <p:nvCxnSpPr>
                    <p:cNvPr id="337" name="Google Shape;337;p27"/>
                    <p:cNvCxnSpPr/>
                    <p:nvPr/>
                  </p:nvCxnSpPr>
                  <p:spPr>
                    <a:xfrm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338" name="Google Shape;338;p27"/>
                    <p:cNvCxnSpPr/>
                    <p:nvPr/>
                  </p:nvCxnSpPr>
                  <p:spPr>
                    <a:xfrm flipH="1"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339" name="Google Shape;339;p27"/>
                  <p:cNvCxnSpPr/>
                  <p:nvPr/>
                </p:nvCxnSpPr>
                <p:spPr>
                  <a:xfrm>
                    <a:off x="7087900" y="767550"/>
                    <a:ext cx="298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340" name="Google Shape;340;p27"/>
                  <p:cNvSpPr/>
                  <p:nvPr/>
                </p:nvSpPr>
                <p:spPr>
                  <a:xfrm>
                    <a:off x="7632585" y="662250"/>
                    <a:ext cx="210600" cy="2106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</p:grpSp>
          <p:pic>
            <p:nvPicPr>
              <p:cNvPr id="341" name="Google Shape;341;p27"/>
              <p:cNvPicPr preferRelativeResize="0"/>
              <p:nvPr/>
            </p:nvPicPr>
            <p:blipFill rotWithShape="1">
              <a:blip r:embed="rId3">
                <a:alphaModFix/>
              </a:blip>
              <a:srcRect l="5032" t="67162" r="75891" b="10822"/>
              <a:stretch/>
            </p:blipFill>
            <p:spPr>
              <a:xfrm>
                <a:off x="952356" y="2259014"/>
                <a:ext cx="1744310" cy="11323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2" name="Google Shape;342;p27"/>
            <p:cNvGrpSpPr/>
            <p:nvPr/>
          </p:nvGrpSpPr>
          <p:grpSpPr>
            <a:xfrm>
              <a:off x="7130588" y="4304010"/>
              <a:ext cx="1561483" cy="460228"/>
              <a:chOff x="377950" y="3895752"/>
              <a:chExt cx="1561483" cy="587700"/>
            </a:xfrm>
          </p:grpSpPr>
          <p:sp>
            <p:nvSpPr>
              <p:cNvPr id="343" name="Google Shape;343;p27"/>
              <p:cNvSpPr/>
              <p:nvPr/>
            </p:nvSpPr>
            <p:spPr>
              <a:xfrm>
                <a:off x="377950" y="3895752"/>
                <a:ext cx="6429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2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≑</a:t>
                </a:r>
                <a:endParaRPr sz="3300">
                  <a:solidFill>
                    <a:schemeClr val="dk2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44" name="Google Shape;344;p27"/>
              <p:cNvSpPr/>
              <p:nvPr/>
            </p:nvSpPr>
            <p:spPr>
              <a:xfrm>
                <a:off x="892442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≥</a:t>
                </a:r>
                <a:endParaRPr sz="3300">
                  <a:solidFill>
                    <a:schemeClr val="dk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45" name="Google Shape;345;p27"/>
              <p:cNvSpPr/>
              <p:nvPr/>
            </p:nvSpPr>
            <p:spPr>
              <a:xfrm>
                <a:off x="1351733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accent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⇵</a:t>
                </a:r>
                <a:endParaRPr sz="3300">
                  <a:solidFill>
                    <a:schemeClr val="accent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</p:grpSp>
      </p:grpSp>
      <p:sp>
        <p:nvSpPr>
          <p:cNvPr id="346" name="Google Shape;346;p27"/>
          <p:cNvSpPr/>
          <p:nvPr/>
        </p:nvSpPr>
        <p:spPr>
          <a:xfrm>
            <a:off x="7486900" y="1519650"/>
            <a:ext cx="6339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chemeClr val="dk2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⥢</a:t>
            </a:r>
            <a:endParaRPr sz="4800">
              <a:solidFill>
                <a:schemeClr val="dk2"/>
              </a:solidFill>
              <a:latin typeface="Share Tech Mono"/>
              <a:ea typeface="Share Tech Mono"/>
              <a:cs typeface="Share Tech Mono"/>
              <a:sym typeface="Share Tech Mono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8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"/>
          <p:cNvSpPr txBox="1">
            <a:spLocks noGrp="1"/>
          </p:cNvSpPr>
          <p:nvPr>
            <p:ph type="title"/>
          </p:nvPr>
        </p:nvSpPr>
        <p:spPr>
          <a:xfrm>
            <a:off x="320300" y="-237696"/>
            <a:ext cx="8485033" cy="188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/>
              <a:t>Реализация</a:t>
            </a:r>
            <a:endParaRPr dirty="0"/>
          </a:p>
        </p:txBody>
      </p:sp>
      <p:grpSp>
        <p:nvGrpSpPr>
          <p:cNvPr id="353" name="Google Shape;353;p28"/>
          <p:cNvGrpSpPr/>
          <p:nvPr/>
        </p:nvGrpSpPr>
        <p:grpSpPr>
          <a:xfrm>
            <a:off x="228475" y="1419750"/>
            <a:ext cx="2204435" cy="1689001"/>
            <a:chOff x="480275" y="2522775"/>
            <a:chExt cx="2204435" cy="1689001"/>
          </a:xfrm>
        </p:grpSpPr>
        <p:grpSp>
          <p:nvGrpSpPr>
            <p:cNvPr id="354" name="Google Shape;354;p28"/>
            <p:cNvGrpSpPr/>
            <p:nvPr/>
          </p:nvGrpSpPr>
          <p:grpSpPr>
            <a:xfrm>
              <a:off x="480275" y="2522775"/>
              <a:ext cx="2204435" cy="1689001"/>
              <a:chOff x="492250" y="2259025"/>
              <a:chExt cx="2204435" cy="1689001"/>
            </a:xfrm>
          </p:grpSpPr>
          <p:grpSp>
            <p:nvGrpSpPr>
              <p:cNvPr id="355" name="Google Shape;355;p28"/>
              <p:cNvGrpSpPr/>
              <p:nvPr/>
            </p:nvGrpSpPr>
            <p:grpSpPr>
              <a:xfrm>
                <a:off x="492250" y="2259050"/>
                <a:ext cx="2204435" cy="1688955"/>
                <a:chOff x="5416998" y="537468"/>
                <a:chExt cx="3011112" cy="2307000"/>
              </a:xfrm>
            </p:grpSpPr>
            <p:sp>
              <p:nvSpPr>
                <p:cNvPr id="356" name="Google Shape;356;p28"/>
                <p:cNvSpPr/>
                <p:nvPr/>
              </p:nvSpPr>
              <p:spPr>
                <a:xfrm>
                  <a:off x="5416998" y="537468"/>
                  <a:ext cx="3011100" cy="23070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7" name="Google Shape;357;p28"/>
                <p:cNvSpPr/>
                <p:nvPr/>
              </p:nvSpPr>
              <p:spPr>
                <a:xfrm>
                  <a:off x="5417010" y="537469"/>
                  <a:ext cx="3011100" cy="5076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grpSp>
              <p:nvGrpSpPr>
                <p:cNvPr id="358" name="Google Shape;358;p28"/>
                <p:cNvGrpSpPr/>
                <p:nvPr/>
              </p:nvGrpSpPr>
              <p:grpSpPr>
                <a:xfrm>
                  <a:off x="7338381" y="690654"/>
                  <a:ext cx="884791" cy="153801"/>
                  <a:chOff x="7087900" y="662250"/>
                  <a:chExt cx="1211711" cy="210600"/>
                </a:xfrm>
              </p:grpSpPr>
              <p:grpSp>
                <p:nvGrpSpPr>
                  <p:cNvPr id="359" name="Google Shape;359;p28"/>
                  <p:cNvGrpSpPr/>
                  <p:nvPr/>
                </p:nvGrpSpPr>
                <p:grpSpPr>
                  <a:xfrm>
                    <a:off x="8089070" y="662280"/>
                    <a:ext cx="210541" cy="210541"/>
                    <a:chOff x="8737850" y="715475"/>
                    <a:chExt cx="457200" cy="457200"/>
                  </a:xfrm>
                </p:grpSpPr>
                <p:cxnSp>
                  <p:nvCxnSpPr>
                    <p:cNvPr id="360" name="Google Shape;360;p28"/>
                    <p:cNvCxnSpPr/>
                    <p:nvPr/>
                  </p:nvCxnSpPr>
                  <p:spPr>
                    <a:xfrm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361" name="Google Shape;361;p28"/>
                    <p:cNvCxnSpPr/>
                    <p:nvPr/>
                  </p:nvCxnSpPr>
                  <p:spPr>
                    <a:xfrm flipH="1">
                      <a:off x="8737850" y="715475"/>
                      <a:ext cx="457200" cy="4572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362" name="Google Shape;362;p28"/>
                  <p:cNvCxnSpPr/>
                  <p:nvPr/>
                </p:nvCxnSpPr>
                <p:spPr>
                  <a:xfrm>
                    <a:off x="7087900" y="767550"/>
                    <a:ext cx="298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363" name="Google Shape;363;p28"/>
                  <p:cNvSpPr/>
                  <p:nvPr/>
                </p:nvSpPr>
                <p:spPr>
                  <a:xfrm>
                    <a:off x="7632585" y="662250"/>
                    <a:ext cx="210600" cy="2106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</p:grpSp>
          <p:pic>
            <p:nvPicPr>
              <p:cNvPr id="364" name="Google Shape;364;p28"/>
              <p:cNvPicPr preferRelativeResize="0"/>
              <p:nvPr/>
            </p:nvPicPr>
            <p:blipFill rotWithShape="1">
              <a:blip r:embed="rId3">
                <a:alphaModFix/>
              </a:blip>
              <a:srcRect t="67162" r="75892"/>
              <a:stretch/>
            </p:blipFill>
            <p:spPr>
              <a:xfrm>
                <a:off x="492250" y="2259025"/>
                <a:ext cx="2204424" cy="1689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65" name="Google Shape;365;p28"/>
            <p:cNvGrpSpPr/>
            <p:nvPr/>
          </p:nvGrpSpPr>
          <p:grpSpPr>
            <a:xfrm>
              <a:off x="572100" y="3295360"/>
              <a:ext cx="2020775" cy="460228"/>
              <a:chOff x="377950" y="3895752"/>
              <a:chExt cx="2020775" cy="587700"/>
            </a:xfrm>
          </p:grpSpPr>
          <p:sp>
            <p:nvSpPr>
              <p:cNvPr id="366" name="Google Shape;366;p28"/>
              <p:cNvSpPr/>
              <p:nvPr/>
            </p:nvSpPr>
            <p:spPr>
              <a:xfrm>
                <a:off x="377950" y="3895752"/>
                <a:ext cx="6429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2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∦</a:t>
                </a:r>
                <a:endParaRPr sz="3300">
                  <a:solidFill>
                    <a:schemeClr val="dk2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67" name="Google Shape;367;p28"/>
              <p:cNvSpPr/>
              <p:nvPr/>
            </p:nvSpPr>
            <p:spPr>
              <a:xfrm>
                <a:off x="892442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lt2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⋂</a:t>
                </a:r>
                <a:endParaRPr sz="3300">
                  <a:solidFill>
                    <a:schemeClr val="lt2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68" name="Google Shape;368;p28"/>
              <p:cNvSpPr/>
              <p:nvPr/>
            </p:nvSpPr>
            <p:spPr>
              <a:xfrm>
                <a:off x="1351733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dk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♯</a:t>
                </a:r>
                <a:endParaRPr sz="3300">
                  <a:solidFill>
                    <a:schemeClr val="dk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  <p:sp>
            <p:nvSpPr>
              <p:cNvPr id="369" name="Google Shape;369;p28"/>
              <p:cNvSpPr/>
              <p:nvPr/>
            </p:nvSpPr>
            <p:spPr>
              <a:xfrm>
                <a:off x="1811025" y="3895752"/>
                <a:ext cx="587700" cy="58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300">
                    <a:solidFill>
                      <a:schemeClr val="accent1"/>
                    </a:solidFill>
                    <a:latin typeface="Share Tech Mono"/>
                    <a:ea typeface="Share Tech Mono"/>
                    <a:cs typeface="Share Tech Mono"/>
                    <a:sym typeface="Share Tech Mono"/>
                  </a:rPr>
                  <a:t>∇</a:t>
                </a:r>
                <a:endParaRPr sz="3300">
                  <a:solidFill>
                    <a:schemeClr val="accent1"/>
                  </a:solidFill>
                  <a:latin typeface="Share Tech Mono"/>
                  <a:ea typeface="Share Tech Mono"/>
                  <a:cs typeface="Share Tech Mono"/>
                  <a:sym typeface="Share Tech Mono"/>
                </a:endParaRPr>
              </a:p>
            </p:txBody>
          </p:sp>
        </p:grpSp>
      </p:grpSp>
      <p:pic>
        <p:nvPicPr>
          <p:cNvPr id="24" name="Picture 18">
            <a:extLst>
              <a:ext uri="{FF2B5EF4-FFF2-40B4-BE49-F238E27FC236}">
                <a16:creationId xmlns:a16="http://schemas.microsoft.com/office/drawing/2014/main" id="{C4B412B2-8E80-42DF-651F-588623B7C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842" y="2017955"/>
            <a:ext cx="1371894" cy="504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>
            <a:extLst>
              <a:ext uri="{FF2B5EF4-FFF2-40B4-BE49-F238E27FC236}">
                <a16:creationId xmlns:a16="http://schemas.microsoft.com/office/drawing/2014/main" id="{F7638F17-E68B-6A57-3CF3-B3B85A248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222" y="2011845"/>
            <a:ext cx="882149" cy="540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1F3F7AB-35E5-B562-8D65-67744978A5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048374" y="1999382"/>
            <a:ext cx="540315" cy="540315"/>
          </a:xfrm>
          <a:prstGeom prst="rect">
            <a:avLst/>
          </a:prstGeom>
        </p:spPr>
      </p:pic>
      <p:pic>
        <p:nvPicPr>
          <p:cNvPr id="27" name="Picture 22">
            <a:extLst>
              <a:ext uri="{FF2B5EF4-FFF2-40B4-BE49-F238E27FC236}">
                <a16:creationId xmlns:a16="http://schemas.microsoft.com/office/drawing/2014/main" id="{8DA68B3D-3E45-5971-E939-2C1850472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299" y="2754161"/>
            <a:ext cx="1225957" cy="122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22361B8-609E-7D33-7958-D41985D207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7654" y="3016120"/>
            <a:ext cx="702041" cy="702041"/>
          </a:xfrm>
          <a:prstGeom prst="rect">
            <a:avLst/>
          </a:prstGeom>
        </p:spPr>
      </p:pic>
      <p:pic>
        <p:nvPicPr>
          <p:cNvPr id="30" name="Picture 28" descr="TypeScript - Wikipedia">
            <a:extLst>
              <a:ext uri="{FF2B5EF4-FFF2-40B4-BE49-F238E27FC236}">
                <a16:creationId xmlns:a16="http://schemas.microsoft.com/office/drawing/2014/main" id="{41E7C438-C39A-9CB6-6702-85095606D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710" y="3016120"/>
            <a:ext cx="648157" cy="64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859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w Technologies Consulting by Slidesgo">
  <a:themeElements>
    <a:clrScheme name="Simple Light">
      <a:dk1>
        <a:srgbClr val="FFFFFF"/>
      </a:dk1>
      <a:lt1>
        <a:srgbClr val="2F3B42"/>
      </a:lt1>
      <a:dk2>
        <a:srgbClr val="CE90F7"/>
      </a:dk2>
      <a:lt2>
        <a:srgbClr val="00FFFF"/>
      </a:lt2>
      <a:accent1>
        <a:srgbClr val="FD7FF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106</Words>
  <Application>Microsoft Office PowerPoint</Application>
  <PresentationFormat>On-screen Show (16:9)</PresentationFormat>
  <Paragraphs>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Share Tech Mono</vt:lpstr>
      <vt:lpstr>Arial</vt:lpstr>
      <vt:lpstr>Open Sans</vt:lpstr>
      <vt:lpstr>New Technologies Consulting by Slidesgo</vt:lpstr>
      <vt:lpstr>Warp</vt:lpstr>
      <vt:lpstr>02</vt:lpstr>
      <vt:lpstr>Казус</vt:lpstr>
      <vt:lpstr>Проблем</vt:lpstr>
      <vt:lpstr>Решение</vt:lpstr>
      <vt:lpstr>Решение</vt:lpstr>
      <vt:lpstr>Бъдеще</vt:lpstr>
      <vt:lpstr>Бъдеще</vt:lpstr>
      <vt:lpstr>Реализация</vt:lpstr>
      <vt:lpstr>Реализация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Warp</dc:title>
  <cp:lastModifiedBy>Александър Мирославов Колев</cp:lastModifiedBy>
  <cp:revision>11</cp:revision>
  <dcterms:modified xsi:type="dcterms:W3CDTF">2024-02-22T12:51:29Z</dcterms:modified>
</cp:coreProperties>
</file>