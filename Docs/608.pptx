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9"/>
  </p:notesMasterIdLst>
  <p:sldIdLst>
    <p:sldId id="256" r:id="rId2"/>
    <p:sldId id="258" r:id="rId3"/>
    <p:sldId id="260" r:id="rId4"/>
    <p:sldId id="261" r:id="rId5"/>
    <p:sldId id="273" r:id="rId6"/>
    <p:sldId id="266" r:id="rId7"/>
    <p:sldId id="282" r:id="rId8"/>
  </p:sldIdLst>
  <p:sldSz cx="9144000" cy="5143500" type="screen16x9"/>
  <p:notesSz cx="6858000" cy="9144000"/>
  <p:embeddedFontLst>
    <p:embeddedFont>
      <p:font typeface="Exo" panose="020B0604020202020204" charset="0"/>
      <p:regular r:id="rId10"/>
      <p:bold r:id="rId11"/>
      <p:italic r:id="rId12"/>
      <p:boldItalic r:id="rId13"/>
    </p:embeddedFont>
    <p:embeddedFont>
      <p:font typeface="PT Sans" panose="020B0503020203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36F2D0-6333-4D97-8D7E-2C335E2E707C}">
  <a:tblStyle styleId="{5D36F2D0-6333-4D97-8D7E-2C335E2E70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8" name="Google Shape;18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166b055bf9e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4" name="Google Shape;1924;g166b055bf9e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g166b055bf9e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8" name="Google Shape;1998;g166b055bf9e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g14a9c0cadc7_0_17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8" name="Google Shape;2028;g14a9c0cadc7_0_17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g14a9c0cadc7_0_17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7" name="Google Shape;2557;g14a9c0cadc7_0_17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4a9c0cadc7_0_17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4a9c0cadc7_0_17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0" name="Google Shape;2940;g14a9c0cadc7_0_18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1" name="Google Shape;2941;g14a9c0cadc7_0_18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442850" y="1428633"/>
            <a:ext cx="6258300" cy="169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 b="1">
                <a:latin typeface="Exo"/>
                <a:ea typeface="Exo"/>
                <a:cs typeface="Exo"/>
                <a:sym typeface="Ex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128200" y="3583688"/>
            <a:ext cx="4887600" cy="440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910081" y="328606"/>
            <a:ext cx="1180669" cy="249201"/>
            <a:chOff x="3186414" y="611522"/>
            <a:chExt cx="803285" cy="169548"/>
          </a:xfrm>
        </p:grpSpPr>
        <p:sp>
          <p:nvSpPr>
            <p:cNvPr id="12" name="Google Shape;12;p2"/>
            <p:cNvSpPr/>
            <p:nvPr/>
          </p:nvSpPr>
          <p:spPr>
            <a:xfrm>
              <a:off x="3186414" y="611522"/>
              <a:ext cx="803285" cy="169548"/>
            </a:xfrm>
            <a:custGeom>
              <a:avLst/>
              <a:gdLst/>
              <a:ahLst/>
              <a:cxnLst/>
              <a:rect l="l" t="t" r="r" b="b"/>
              <a:pathLst>
                <a:path w="24883" h="5252" extrusionOk="0">
                  <a:moveTo>
                    <a:pt x="2194" y="1"/>
                  </a:moveTo>
                  <a:lnTo>
                    <a:pt x="1" y="2349"/>
                  </a:lnTo>
                  <a:lnTo>
                    <a:pt x="1" y="5252"/>
                  </a:lnTo>
                  <a:lnTo>
                    <a:pt x="24882" y="5252"/>
                  </a:lnTo>
                  <a:lnTo>
                    <a:pt x="248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537618" y="670180"/>
              <a:ext cx="55106" cy="55106"/>
            </a:xfrm>
            <a:custGeom>
              <a:avLst/>
              <a:gdLst/>
              <a:ahLst/>
              <a:cxnLst/>
              <a:rect l="l" t="t" r="r" b="b"/>
              <a:pathLst>
                <a:path w="1707" h="1707" extrusionOk="0">
                  <a:moveTo>
                    <a:pt x="865" y="0"/>
                  </a:moveTo>
                  <a:cubicBezTo>
                    <a:pt x="377" y="0"/>
                    <a:pt x="1" y="377"/>
                    <a:pt x="1" y="842"/>
                  </a:cubicBezTo>
                  <a:cubicBezTo>
                    <a:pt x="1" y="1308"/>
                    <a:pt x="377" y="1706"/>
                    <a:pt x="865" y="1706"/>
                  </a:cubicBezTo>
                  <a:cubicBezTo>
                    <a:pt x="1330" y="1706"/>
                    <a:pt x="1707" y="1308"/>
                    <a:pt x="1707" y="842"/>
                  </a:cubicBezTo>
                  <a:cubicBezTo>
                    <a:pt x="1707" y="377"/>
                    <a:pt x="1330" y="0"/>
                    <a:pt x="8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456072" y="670180"/>
              <a:ext cx="55106" cy="55106"/>
            </a:xfrm>
            <a:custGeom>
              <a:avLst/>
              <a:gdLst/>
              <a:ahLst/>
              <a:cxnLst/>
              <a:rect l="l" t="t" r="r" b="b"/>
              <a:pathLst>
                <a:path w="1707" h="1707" extrusionOk="0">
                  <a:moveTo>
                    <a:pt x="865" y="0"/>
                  </a:moveTo>
                  <a:cubicBezTo>
                    <a:pt x="400" y="0"/>
                    <a:pt x="1" y="377"/>
                    <a:pt x="1" y="842"/>
                  </a:cubicBezTo>
                  <a:cubicBezTo>
                    <a:pt x="1" y="1308"/>
                    <a:pt x="400" y="1706"/>
                    <a:pt x="865" y="1706"/>
                  </a:cubicBezTo>
                  <a:cubicBezTo>
                    <a:pt x="1330" y="1706"/>
                    <a:pt x="1707" y="1308"/>
                    <a:pt x="1707" y="842"/>
                  </a:cubicBezTo>
                  <a:cubicBezTo>
                    <a:pt x="1707" y="377"/>
                    <a:pt x="1330" y="0"/>
                    <a:pt x="8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374526" y="670180"/>
              <a:ext cx="55106" cy="55106"/>
            </a:xfrm>
            <a:custGeom>
              <a:avLst/>
              <a:gdLst/>
              <a:ahLst/>
              <a:cxnLst/>
              <a:rect l="l" t="t" r="r" b="b"/>
              <a:pathLst>
                <a:path w="1707" h="1707" extrusionOk="0">
                  <a:moveTo>
                    <a:pt x="865" y="0"/>
                  </a:moveTo>
                  <a:cubicBezTo>
                    <a:pt x="400" y="0"/>
                    <a:pt x="1" y="377"/>
                    <a:pt x="1" y="842"/>
                  </a:cubicBezTo>
                  <a:cubicBezTo>
                    <a:pt x="1" y="1308"/>
                    <a:pt x="400" y="1706"/>
                    <a:pt x="865" y="1706"/>
                  </a:cubicBezTo>
                  <a:cubicBezTo>
                    <a:pt x="1330" y="1706"/>
                    <a:pt x="1707" y="1308"/>
                    <a:pt x="1707" y="842"/>
                  </a:cubicBezTo>
                  <a:cubicBezTo>
                    <a:pt x="1707" y="377"/>
                    <a:pt x="1330" y="0"/>
                    <a:pt x="8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511146" y="693069"/>
              <a:ext cx="26504" cy="8619"/>
            </a:xfrm>
            <a:custGeom>
              <a:avLst/>
              <a:gdLst/>
              <a:ahLst/>
              <a:cxnLst/>
              <a:rect l="l" t="t" r="r" b="b"/>
              <a:pathLst>
                <a:path w="821" h="267" extrusionOk="0">
                  <a:moveTo>
                    <a:pt x="1" y="0"/>
                  </a:moveTo>
                  <a:lnTo>
                    <a:pt x="1" y="266"/>
                  </a:lnTo>
                  <a:lnTo>
                    <a:pt x="821" y="266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429600" y="693069"/>
              <a:ext cx="26504" cy="8619"/>
            </a:xfrm>
            <a:custGeom>
              <a:avLst/>
              <a:gdLst/>
              <a:ahLst/>
              <a:cxnLst/>
              <a:rect l="l" t="t" r="r" b="b"/>
              <a:pathLst>
                <a:path w="821" h="267" extrusionOk="0">
                  <a:moveTo>
                    <a:pt x="1" y="0"/>
                  </a:moveTo>
                  <a:lnTo>
                    <a:pt x="1" y="266"/>
                  </a:lnTo>
                  <a:lnTo>
                    <a:pt x="821" y="266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589819" y="693069"/>
              <a:ext cx="27214" cy="8619"/>
            </a:xfrm>
            <a:custGeom>
              <a:avLst/>
              <a:gdLst/>
              <a:ahLst/>
              <a:cxnLst/>
              <a:rect l="l" t="t" r="r" b="b"/>
              <a:pathLst>
                <a:path w="843" h="267" extrusionOk="0">
                  <a:moveTo>
                    <a:pt x="1" y="0"/>
                  </a:moveTo>
                  <a:lnTo>
                    <a:pt x="1" y="266"/>
                  </a:lnTo>
                  <a:lnTo>
                    <a:pt x="843" y="26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4913265" y="-366944"/>
            <a:ext cx="819137" cy="1183093"/>
            <a:chOff x="4312241" y="155173"/>
            <a:chExt cx="711736" cy="1027883"/>
          </a:xfrm>
        </p:grpSpPr>
        <p:sp>
          <p:nvSpPr>
            <p:cNvPr id="20" name="Google Shape;20;p2"/>
            <p:cNvSpPr/>
            <p:nvPr/>
          </p:nvSpPr>
          <p:spPr>
            <a:xfrm>
              <a:off x="4714225" y="243176"/>
              <a:ext cx="251803" cy="689522"/>
            </a:xfrm>
            <a:custGeom>
              <a:avLst/>
              <a:gdLst/>
              <a:ahLst/>
              <a:cxnLst/>
              <a:rect l="l" t="t" r="r" b="b"/>
              <a:pathLst>
                <a:path w="7800" h="21359" extrusionOk="0">
                  <a:moveTo>
                    <a:pt x="7600" y="0"/>
                  </a:moveTo>
                  <a:lnTo>
                    <a:pt x="1" y="7600"/>
                  </a:lnTo>
                  <a:lnTo>
                    <a:pt x="1" y="21359"/>
                  </a:lnTo>
                  <a:lnTo>
                    <a:pt x="267" y="21359"/>
                  </a:lnTo>
                  <a:lnTo>
                    <a:pt x="267" y="7733"/>
                  </a:lnTo>
                  <a:lnTo>
                    <a:pt x="7800" y="200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948113" y="190942"/>
              <a:ext cx="75864" cy="75154"/>
            </a:xfrm>
            <a:custGeom>
              <a:avLst/>
              <a:gdLst/>
              <a:ahLst/>
              <a:cxnLst/>
              <a:rect l="l" t="t" r="r" b="b"/>
              <a:pathLst>
                <a:path w="2350" h="2328" extrusionOk="0">
                  <a:moveTo>
                    <a:pt x="1175" y="267"/>
                  </a:moveTo>
                  <a:cubicBezTo>
                    <a:pt x="1663" y="267"/>
                    <a:pt x="2061" y="665"/>
                    <a:pt x="2061" y="1175"/>
                  </a:cubicBezTo>
                  <a:cubicBezTo>
                    <a:pt x="2061" y="1662"/>
                    <a:pt x="1663" y="2061"/>
                    <a:pt x="1175" y="2061"/>
                  </a:cubicBezTo>
                  <a:cubicBezTo>
                    <a:pt x="666" y="2061"/>
                    <a:pt x="267" y="1662"/>
                    <a:pt x="267" y="1175"/>
                  </a:cubicBezTo>
                  <a:cubicBezTo>
                    <a:pt x="267" y="665"/>
                    <a:pt x="666" y="267"/>
                    <a:pt x="1175" y="267"/>
                  </a:cubicBezTo>
                  <a:close/>
                  <a:moveTo>
                    <a:pt x="1175" y="1"/>
                  </a:moveTo>
                  <a:cubicBezTo>
                    <a:pt x="533" y="1"/>
                    <a:pt x="1" y="510"/>
                    <a:pt x="1" y="1175"/>
                  </a:cubicBezTo>
                  <a:cubicBezTo>
                    <a:pt x="1" y="1818"/>
                    <a:pt x="533" y="2327"/>
                    <a:pt x="1175" y="2327"/>
                  </a:cubicBezTo>
                  <a:cubicBezTo>
                    <a:pt x="1818" y="2327"/>
                    <a:pt x="2349" y="1818"/>
                    <a:pt x="2349" y="1175"/>
                  </a:cubicBezTo>
                  <a:cubicBezTo>
                    <a:pt x="2349" y="510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80619" y="926957"/>
              <a:ext cx="75832" cy="75864"/>
            </a:xfrm>
            <a:custGeom>
              <a:avLst/>
              <a:gdLst/>
              <a:ahLst/>
              <a:cxnLst/>
              <a:rect l="l" t="t" r="r" b="b"/>
              <a:pathLst>
                <a:path w="2349" h="2350" extrusionOk="0">
                  <a:moveTo>
                    <a:pt x="1175" y="289"/>
                  </a:moveTo>
                  <a:cubicBezTo>
                    <a:pt x="1662" y="289"/>
                    <a:pt x="2061" y="687"/>
                    <a:pt x="2061" y="1175"/>
                  </a:cubicBezTo>
                  <a:cubicBezTo>
                    <a:pt x="2061" y="1662"/>
                    <a:pt x="1662" y="2061"/>
                    <a:pt x="1175" y="2061"/>
                  </a:cubicBezTo>
                  <a:cubicBezTo>
                    <a:pt x="687" y="2061"/>
                    <a:pt x="288" y="1662"/>
                    <a:pt x="288" y="1175"/>
                  </a:cubicBezTo>
                  <a:cubicBezTo>
                    <a:pt x="288" y="687"/>
                    <a:pt x="687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2" y="1"/>
                    <a:pt x="0" y="532"/>
                    <a:pt x="0" y="1175"/>
                  </a:cubicBezTo>
                  <a:cubicBezTo>
                    <a:pt x="0" y="1817"/>
                    <a:pt x="532" y="2349"/>
                    <a:pt x="1175" y="2349"/>
                  </a:cubicBezTo>
                  <a:cubicBezTo>
                    <a:pt x="1817" y="2349"/>
                    <a:pt x="2349" y="1817"/>
                    <a:pt x="2349" y="1175"/>
                  </a:cubicBezTo>
                  <a:cubicBezTo>
                    <a:pt x="2349" y="532"/>
                    <a:pt x="1817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521110" y="221708"/>
              <a:ext cx="252514" cy="803996"/>
            </a:xfrm>
            <a:custGeom>
              <a:avLst/>
              <a:gdLst/>
              <a:ahLst/>
              <a:cxnLst/>
              <a:rect l="l" t="t" r="r" b="b"/>
              <a:pathLst>
                <a:path w="7822" h="24905" extrusionOk="0">
                  <a:moveTo>
                    <a:pt x="7622" y="0"/>
                  </a:moveTo>
                  <a:lnTo>
                    <a:pt x="1" y="7600"/>
                  </a:lnTo>
                  <a:lnTo>
                    <a:pt x="1" y="24904"/>
                  </a:lnTo>
                  <a:lnTo>
                    <a:pt x="289" y="24904"/>
                  </a:lnTo>
                  <a:lnTo>
                    <a:pt x="289" y="7733"/>
                  </a:lnTo>
                  <a:lnTo>
                    <a:pt x="7822" y="200"/>
                  </a:lnTo>
                  <a:lnTo>
                    <a:pt x="762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754998" y="169507"/>
              <a:ext cx="75864" cy="75121"/>
            </a:xfrm>
            <a:custGeom>
              <a:avLst/>
              <a:gdLst/>
              <a:ahLst/>
              <a:cxnLst/>
              <a:rect l="l" t="t" r="r" b="b"/>
              <a:pathLst>
                <a:path w="2350" h="2327" extrusionOk="0">
                  <a:moveTo>
                    <a:pt x="1175" y="266"/>
                  </a:moveTo>
                  <a:cubicBezTo>
                    <a:pt x="1662" y="266"/>
                    <a:pt x="2083" y="665"/>
                    <a:pt x="2083" y="1174"/>
                  </a:cubicBezTo>
                  <a:cubicBezTo>
                    <a:pt x="2083" y="1662"/>
                    <a:pt x="1662" y="2061"/>
                    <a:pt x="1175" y="2061"/>
                  </a:cubicBezTo>
                  <a:cubicBezTo>
                    <a:pt x="687" y="2061"/>
                    <a:pt x="289" y="1662"/>
                    <a:pt x="289" y="1174"/>
                  </a:cubicBezTo>
                  <a:cubicBezTo>
                    <a:pt x="289" y="665"/>
                    <a:pt x="687" y="266"/>
                    <a:pt x="1175" y="266"/>
                  </a:cubicBezTo>
                  <a:close/>
                  <a:moveTo>
                    <a:pt x="1175" y="0"/>
                  </a:moveTo>
                  <a:cubicBezTo>
                    <a:pt x="532" y="0"/>
                    <a:pt x="1" y="510"/>
                    <a:pt x="1" y="1174"/>
                  </a:cubicBezTo>
                  <a:cubicBezTo>
                    <a:pt x="1" y="1817"/>
                    <a:pt x="532" y="2326"/>
                    <a:pt x="1175" y="2326"/>
                  </a:cubicBezTo>
                  <a:cubicBezTo>
                    <a:pt x="1817" y="2326"/>
                    <a:pt x="2349" y="1817"/>
                    <a:pt x="2349" y="1174"/>
                  </a:cubicBezTo>
                  <a:cubicBezTo>
                    <a:pt x="2349" y="510"/>
                    <a:pt x="1817" y="0"/>
                    <a:pt x="117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488214" y="1019932"/>
              <a:ext cx="75121" cy="75864"/>
            </a:xfrm>
            <a:custGeom>
              <a:avLst/>
              <a:gdLst/>
              <a:ahLst/>
              <a:cxnLst/>
              <a:rect l="l" t="t" r="r" b="b"/>
              <a:pathLst>
                <a:path w="2327" h="2350" extrusionOk="0">
                  <a:moveTo>
                    <a:pt x="1152" y="289"/>
                  </a:moveTo>
                  <a:cubicBezTo>
                    <a:pt x="1662" y="289"/>
                    <a:pt x="2061" y="688"/>
                    <a:pt x="2061" y="1175"/>
                  </a:cubicBezTo>
                  <a:cubicBezTo>
                    <a:pt x="2061" y="1663"/>
                    <a:pt x="1662" y="2061"/>
                    <a:pt x="1152" y="2061"/>
                  </a:cubicBezTo>
                  <a:cubicBezTo>
                    <a:pt x="665" y="2061"/>
                    <a:pt x="266" y="1663"/>
                    <a:pt x="266" y="1175"/>
                  </a:cubicBezTo>
                  <a:cubicBezTo>
                    <a:pt x="266" y="688"/>
                    <a:pt x="665" y="289"/>
                    <a:pt x="1152" y="289"/>
                  </a:cubicBezTo>
                  <a:close/>
                  <a:moveTo>
                    <a:pt x="1152" y="1"/>
                  </a:moveTo>
                  <a:cubicBezTo>
                    <a:pt x="510" y="1"/>
                    <a:pt x="0" y="533"/>
                    <a:pt x="0" y="1175"/>
                  </a:cubicBezTo>
                  <a:cubicBezTo>
                    <a:pt x="0" y="1818"/>
                    <a:pt x="510" y="2349"/>
                    <a:pt x="1152" y="2349"/>
                  </a:cubicBezTo>
                  <a:cubicBezTo>
                    <a:pt x="1817" y="2349"/>
                    <a:pt x="2327" y="1818"/>
                    <a:pt x="2327" y="1175"/>
                  </a:cubicBezTo>
                  <a:cubicBezTo>
                    <a:pt x="2327" y="533"/>
                    <a:pt x="1817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343006" y="208117"/>
              <a:ext cx="251804" cy="906977"/>
            </a:xfrm>
            <a:custGeom>
              <a:avLst/>
              <a:gdLst/>
              <a:ahLst/>
              <a:cxnLst/>
              <a:rect l="l" t="t" r="r" b="b"/>
              <a:pathLst>
                <a:path w="7800" h="28095" extrusionOk="0">
                  <a:moveTo>
                    <a:pt x="7600" y="0"/>
                  </a:moveTo>
                  <a:lnTo>
                    <a:pt x="1" y="7600"/>
                  </a:lnTo>
                  <a:lnTo>
                    <a:pt x="1" y="28095"/>
                  </a:lnTo>
                  <a:lnTo>
                    <a:pt x="289" y="28095"/>
                  </a:lnTo>
                  <a:lnTo>
                    <a:pt x="289" y="7711"/>
                  </a:lnTo>
                  <a:lnTo>
                    <a:pt x="7800" y="200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576894" y="155173"/>
              <a:ext cx="75864" cy="75864"/>
            </a:xfrm>
            <a:custGeom>
              <a:avLst/>
              <a:gdLst/>
              <a:ahLst/>
              <a:cxnLst/>
              <a:rect l="l" t="t" r="r" b="b"/>
              <a:pathLst>
                <a:path w="2350" h="2350" extrusionOk="0">
                  <a:moveTo>
                    <a:pt x="1175" y="289"/>
                  </a:moveTo>
                  <a:cubicBezTo>
                    <a:pt x="1662" y="289"/>
                    <a:pt x="2061" y="688"/>
                    <a:pt x="2061" y="1175"/>
                  </a:cubicBezTo>
                  <a:cubicBezTo>
                    <a:pt x="2061" y="1663"/>
                    <a:pt x="1662" y="2084"/>
                    <a:pt x="1175" y="2084"/>
                  </a:cubicBezTo>
                  <a:cubicBezTo>
                    <a:pt x="688" y="2084"/>
                    <a:pt x="267" y="1663"/>
                    <a:pt x="267" y="1175"/>
                  </a:cubicBezTo>
                  <a:cubicBezTo>
                    <a:pt x="267" y="688"/>
                    <a:pt x="688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2" y="1"/>
                    <a:pt x="1" y="533"/>
                    <a:pt x="1" y="1175"/>
                  </a:cubicBezTo>
                  <a:cubicBezTo>
                    <a:pt x="1" y="1818"/>
                    <a:pt x="532" y="2349"/>
                    <a:pt x="1175" y="2349"/>
                  </a:cubicBezTo>
                  <a:cubicBezTo>
                    <a:pt x="1818" y="2349"/>
                    <a:pt x="2349" y="1818"/>
                    <a:pt x="2349" y="1175"/>
                  </a:cubicBezTo>
                  <a:cubicBezTo>
                    <a:pt x="2349" y="533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312241" y="1107192"/>
              <a:ext cx="75864" cy="75864"/>
            </a:xfrm>
            <a:custGeom>
              <a:avLst/>
              <a:gdLst/>
              <a:ahLst/>
              <a:cxnLst/>
              <a:rect l="l" t="t" r="r" b="b"/>
              <a:pathLst>
                <a:path w="2350" h="2350" extrusionOk="0">
                  <a:moveTo>
                    <a:pt x="1175" y="289"/>
                  </a:moveTo>
                  <a:cubicBezTo>
                    <a:pt x="1685" y="289"/>
                    <a:pt x="2084" y="688"/>
                    <a:pt x="2084" y="1175"/>
                  </a:cubicBezTo>
                  <a:cubicBezTo>
                    <a:pt x="2084" y="1685"/>
                    <a:pt x="1685" y="2084"/>
                    <a:pt x="1175" y="2084"/>
                  </a:cubicBezTo>
                  <a:cubicBezTo>
                    <a:pt x="688" y="2084"/>
                    <a:pt x="289" y="1685"/>
                    <a:pt x="289" y="1175"/>
                  </a:cubicBezTo>
                  <a:cubicBezTo>
                    <a:pt x="289" y="688"/>
                    <a:pt x="688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3" y="1"/>
                    <a:pt x="1" y="533"/>
                    <a:pt x="1" y="1175"/>
                  </a:cubicBezTo>
                  <a:cubicBezTo>
                    <a:pt x="1" y="1840"/>
                    <a:pt x="533" y="2349"/>
                    <a:pt x="1175" y="2349"/>
                  </a:cubicBezTo>
                  <a:cubicBezTo>
                    <a:pt x="1818" y="2349"/>
                    <a:pt x="2349" y="1840"/>
                    <a:pt x="2349" y="1175"/>
                  </a:cubicBezTo>
                  <a:cubicBezTo>
                    <a:pt x="2349" y="533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6113337" y="393160"/>
            <a:ext cx="399883" cy="381256"/>
            <a:chOff x="6113337" y="393160"/>
            <a:chExt cx="399883" cy="381256"/>
          </a:xfrm>
        </p:grpSpPr>
        <p:sp>
          <p:nvSpPr>
            <p:cNvPr id="30" name="Google Shape;30;p2"/>
            <p:cNvSpPr/>
            <p:nvPr/>
          </p:nvSpPr>
          <p:spPr>
            <a:xfrm>
              <a:off x="6113337" y="393160"/>
              <a:ext cx="399883" cy="381256"/>
            </a:xfrm>
            <a:custGeom>
              <a:avLst/>
              <a:gdLst/>
              <a:ahLst/>
              <a:cxnLst/>
              <a:rect l="l" t="t" r="r" b="b"/>
              <a:pathLst>
                <a:path w="12387" h="11810" extrusionOk="0">
                  <a:moveTo>
                    <a:pt x="5917" y="798"/>
                  </a:moveTo>
                  <a:cubicBezTo>
                    <a:pt x="7224" y="798"/>
                    <a:pt x="8531" y="1285"/>
                    <a:pt x="9528" y="2282"/>
                  </a:cubicBezTo>
                  <a:cubicBezTo>
                    <a:pt x="11522" y="4276"/>
                    <a:pt x="11522" y="7533"/>
                    <a:pt x="9528" y="9527"/>
                  </a:cubicBezTo>
                  <a:cubicBezTo>
                    <a:pt x="8553" y="10480"/>
                    <a:pt x="7268" y="11012"/>
                    <a:pt x="5917" y="11012"/>
                  </a:cubicBezTo>
                  <a:cubicBezTo>
                    <a:pt x="4543" y="11012"/>
                    <a:pt x="3258" y="10480"/>
                    <a:pt x="2283" y="9527"/>
                  </a:cubicBezTo>
                  <a:cubicBezTo>
                    <a:pt x="1330" y="8552"/>
                    <a:pt x="799" y="7267"/>
                    <a:pt x="799" y="5894"/>
                  </a:cubicBezTo>
                  <a:cubicBezTo>
                    <a:pt x="799" y="4542"/>
                    <a:pt x="1330" y="3257"/>
                    <a:pt x="2283" y="2282"/>
                  </a:cubicBezTo>
                  <a:cubicBezTo>
                    <a:pt x="3280" y="1285"/>
                    <a:pt x="4609" y="798"/>
                    <a:pt x="5917" y="798"/>
                  </a:cubicBezTo>
                  <a:close/>
                  <a:moveTo>
                    <a:pt x="5906" y="0"/>
                  </a:moveTo>
                  <a:cubicBezTo>
                    <a:pt x="4393" y="0"/>
                    <a:pt x="2881" y="576"/>
                    <a:pt x="1729" y="1728"/>
                  </a:cubicBezTo>
                  <a:cubicBezTo>
                    <a:pt x="621" y="2836"/>
                    <a:pt x="1" y="4321"/>
                    <a:pt x="1" y="5894"/>
                  </a:cubicBezTo>
                  <a:cubicBezTo>
                    <a:pt x="1" y="7489"/>
                    <a:pt x="621" y="8973"/>
                    <a:pt x="1729" y="10081"/>
                  </a:cubicBezTo>
                  <a:cubicBezTo>
                    <a:pt x="2859" y="11189"/>
                    <a:pt x="4344" y="11809"/>
                    <a:pt x="5917" y="11809"/>
                  </a:cubicBezTo>
                  <a:cubicBezTo>
                    <a:pt x="7490" y="11809"/>
                    <a:pt x="8974" y="11189"/>
                    <a:pt x="10082" y="10081"/>
                  </a:cubicBezTo>
                  <a:cubicBezTo>
                    <a:pt x="12386" y="7777"/>
                    <a:pt x="12386" y="4033"/>
                    <a:pt x="10082" y="1728"/>
                  </a:cubicBezTo>
                  <a:cubicBezTo>
                    <a:pt x="8930" y="576"/>
                    <a:pt x="7418" y="0"/>
                    <a:pt x="5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222775" y="502599"/>
              <a:ext cx="162413" cy="162381"/>
            </a:xfrm>
            <a:custGeom>
              <a:avLst/>
              <a:gdLst/>
              <a:ahLst/>
              <a:cxnLst/>
              <a:rect l="l" t="t" r="r" b="b"/>
              <a:pathLst>
                <a:path w="5031" h="5030" extrusionOk="0">
                  <a:moveTo>
                    <a:pt x="2527" y="0"/>
                  </a:moveTo>
                  <a:cubicBezTo>
                    <a:pt x="1131" y="0"/>
                    <a:pt x="1" y="1130"/>
                    <a:pt x="1" y="2504"/>
                  </a:cubicBezTo>
                  <a:cubicBezTo>
                    <a:pt x="1" y="3900"/>
                    <a:pt x="1131" y="5030"/>
                    <a:pt x="2527" y="5030"/>
                  </a:cubicBezTo>
                  <a:cubicBezTo>
                    <a:pt x="3900" y="5030"/>
                    <a:pt x="5030" y="3900"/>
                    <a:pt x="5030" y="2504"/>
                  </a:cubicBezTo>
                  <a:cubicBezTo>
                    <a:pt x="5030" y="1130"/>
                    <a:pt x="3900" y="0"/>
                    <a:pt x="25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2"/>
          <p:cNvGrpSpPr/>
          <p:nvPr/>
        </p:nvGrpSpPr>
        <p:grpSpPr>
          <a:xfrm>
            <a:off x="8363724" y="112839"/>
            <a:ext cx="878375" cy="275404"/>
            <a:chOff x="8363724" y="112839"/>
            <a:chExt cx="878375" cy="275404"/>
          </a:xfrm>
        </p:grpSpPr>
        <p:grpSp>
          <p:nvGrpSpPr>
            <p:cNvPr id="33" name="Google Shape;33;p2"/>
            <p:cNvGrpSpPr/>
            <p:nvPr/>
          </p:nvGrpSpPr>
          <p:grpSpPr>
            <a:xfrm>
              <a:off x="8363724" y="112839"/>
              <a:ext cx="878375" cy="275404"/>
              <a:chOff x="6611124" y="570039"/>
              <a:chExt cx="878375" cy="275404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6675495" y="570039"/>
                <a:ext cx="814003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25215" h="6050" extrusionOk="0">
                    <a:moveTo>
                      <a:pt x="5916" y="1"/>
                    </a:moveTo>
                    <a:lnTo>
                      <a:pt x="0" y="5894"/>
                    </a:lnTo>
                    <a:cubicBezTo>
                      <a:pt x="89" y="5938"/>
                      <a:pt x="178" y="5983"/>
                      <a:pt x="244" y="6049"/>
                    </a:cubicBezTo>
                    <a:lnTo>
                      <a:pt x="6027" y="266"/>
                    </a:lnTo>
                    <a:lnTo>
                      <a:pt x="25214" y="266"/>
                    </a:lnTo>
                    <a:lnTo>
                      <a:pt x="2521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6611124" y="755310"/>
                <a:ext cx="89423" cy="90133"/>
              </a:xfrm>
              <a:custGeom>
                <a:avLst/>
                <a:gdLst/>
                <a:ahLst/>
                <a:cxnLst/>
                <a:rect l="l" t="t" r="r" b="b"/>
                <a:pathLst>
                  <a:path w="2770" h="2792" extrusionOk="0">
                    <a:moveTo>
                      <a:pt x="1374" y="0"/>
                    </a:moveTo>
                    <a:cubicBezTo>
                      <a:pt x="621" y="0"/>
                      <a:pt x="0" y="620"/>
                      <a:pt x="0" y="1396"/>
                    </a:cubicBezTo>
                    <a:cubicBezTo>
                      <a:pt x="0" y="2171"/>
                      <a:pt x="621" y="2792"/>
                      <a:pt x="1374" y="2792"/>
                    </a:cubicBezTo>
                    <a:cubicBezTo>
                      <a:pt x="2149" y="2792"/>
                      <a:pt x="2770" y="2171"/>
                      <a:pt x="2770" y="1396"/>
                    </a:cubicBezTo>
                    <a:cubicBezTo>
                      <a:pt x="2770" y="953"/>
                      <a:pt x="2570" y="576"/>
                      <a:pt x="2238" y="310"/>
                    </a:cubicBezTo>
                    <a:lnTo>
                      <a:pt x="2083" y="487"/>
                    </a:lnTo>
                    <a:lnTo>
                      <a:pt x="1884" y="288"/>
                    </a:lnTo>
                    <a:lnTo>
                      <a:pt x="1994" y="155"/>
                    </a:lnTo>
                    <a:cubicBezTo>
                      <a:pt x="1817" y="66"/>
                      <a:pt x="1596" y="0"/>
                      <a:pt x="13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24512" y="303114"/>
              <a:ext cx="11493" cy="10750"/>
            </a:xfrm>
            <a:custGeom>
              <a:avLst/>
              <a:gdLst/>
              <a:ahLst/>
              <a:cxnLst/>
              <a:rect l="l" t="t" r="r" b="b"/>
              <a:pathLst>
                <a:path w="356" h="333" extrusionOk="0">
                  <a:moveTo>
                    <a:pt x="111" y="0"/>
                  </a:moveTo>
                  <a:lnTo>
                    <a:pt x="1" y="133"/>
                  </a:lnTo>
                  <a:lnTo>
                    <a:pt x="200" y="332"/>
                  </a:lnTo>
                  <a:lnTo>
                    <a:pt x="355" y="155"/>
                  </a:lnTo>
                  <a:cubicBezTo>
                    <a:pt x="289" y="89"/>
                    <a:pt x="200" y="44"/>
                    <a:pt x="111" y="0"/>
                  </a:cubicBezTo>
                  <a:close/>
                </a:path>
              </a:pathLst>
            </a:custGeom>
            <a:solidFill>
              <a:srgbClr val="FF4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7;p2"/>
          <p:cNvGrpSpPr/>
          <p:nvPr/>
        </p:nvGrpSpPr>
        <p:grpSpPr>
          <a:xfrm>
            <a:off x="7615712" y="173347"/>
            <a:ext cx="1626382" cy="472696"/>
            <a:chOff x="7615712" y="156599"/>
            <a:chExt cx="1626382" cy="472696"/>
          </a:xfrm>
        </p:grpSpPr>
        <p:sp>
          <p:nvSpPr>
            <p:cNvPr id="38" name="Google Shape;38;p2"/>
            <p:cNvSpPr/>
            <p:nvPr/>
          </p:nvSpPr>
          <p:spPr>
            <a:xfrm>
              <a:off x="7677781" y="212980"/>
              <a:ext cx="1564313" cy="416315"/>
            </a:xfrm>
            <a:custGeom>
              <a:avLst/>
              <a:gdLst/>
              <a:ahLst/>
              <a:cxnLst/>
              <a:rect l="l" t="t" r="r" b="b"/>
              <a:pathLst>
                <a:path w="48457" h="12896" extrusionOk="0">
                  <a:moveTo>
                    <a:pt x="576" y="0"/>
                  </a:moveTo>
                  <a:cubicBezTo>
                    <a:pt x="421" y="244"/>
                    <a:pt x="222" y="444"/>
                    <a:pt x="0" y="599"/>
                  </a:cubicBezTo>
                  <a:lnTo>
                    <a:pt x="12275" y="12895"/>
                  </a:lnTo>
                  <a:lnTo>
                    <a:pt x="43582" y="12895"/>
                  </a:lnTo>
                  <a:lnTo>
                    <a:pt x="48456" y="8021"/>
                  </a:lnTo>
                  <a:lnTo>
                    <a:pt x="48456" y="6847"/>
                  </a:lnTo>
                  <a:lnTo>
                    <a:pt x="43227" y="12053"/>
                  </a:lnTo>
                  <a:lnTo>
                    <a:pt x="12629" y="12053"/>
                  </a:lnTo>
                  <a:lnTo>
                    <a:pt x="5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615712" y="156599"/>
              <a:ext cx="98010" cy="98720"/>
            </a:xfrm>
            <a:custGeom>
              <a:avLst/>
              <a:gdLst/>
              <a:ahLst/>
              <a:cxnLst/>
              <a:rect l="l" t="t" r="r" b="b"/>
              <a:pathLst>
                <a:path w="3036" h="3058" extrusionOk="0">
                  <a:moveTo>
                    <a:pt x="1529" y="288"/>
                  </a:move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20" y="2792"/>
                    <a:pt x="266" y="2216"/>
                    <a:pt x="266" y="1529"/>
                  </a:cubicBezTo>
                  <a:cubicBezTo>
                    <a:pt x="266" y="842"/>
                    <a:pt x="820" y="288"/>
                    <a:pt x="1529" y="288"/>
                  </a:cubicBezTo>
                  <a:close/>
                  <a:moveTo>
                    <a:pt x="1529" y="0"/>
                  </a:moveTo>
                  <a:cubicBezTo>
                    <a:pt x="687" y="0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1861" y="3058"/>
                    <a:pt x="2193" y="2947"/>
                    <a:pt x="2437" y="2747"/>
                  </a:cubicBezTo>
                  <a:lnTo>
                    <a:pt x="2260" y="2570"/>
                  </a:lnTo>
                  <a:lnTo>
                    <a:pt x="2459" y="2371"/>
                  </a:lnTo>
                  <a:lnTo>
                    <a:pt x="2637" y="2548"/>
                  </a:lnTo>
                  <a:cubicBezTo>
                    <a:pt x="2902" y="2282"/>
                    <a:pt x="3035" y="1928"/>
                    <a:pt x="3035" y="1529"/>
                  </a:cubicBezTo>
                  <a:cubicBezTo>
                    <a:pt x="3035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40;p2"/>
          <p:cNvGrpSpPr/>
          <p:nvPr/>
        </p:nvGrpSpPr>
        <p:grpSpPr>
          <a:xfrm>
            <a:off x="415196" y="4501971"/>
            <a:ext cx="878357" cy="184270"/>
            <a:chOff x="919039" y="1581426"/>
            <a:chExt cx="600134" cy="125902"/>
          </a:xfrm>
        </p:grpSpPr>
        <p:sp>
          <p:nvSpPr>
            <p:cNvPr id="41" name="Google Shape;41;p2"/>
            <p:cNvSpPr/>
            <p:nvPr/>
          </p:nvSpPr>
          <p:spPr>
            <a:xfrm>
              <a:off x="1393982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7" y="3900"/>
                  </a:lnTo>
                  <a:lnTo>
                    <a:pt x="38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156511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8" y="3900"/>
                  </a:lnTo>
                  <a:lnTo>
                    <a:pt x="3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919039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8" y="3900"/>
                  </a:lnTo>
                  <a:lnTo>
                    <a:pt x="3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951225" y="1640084"/>
              <a:ext cx="505705" cy="8619"/>
            </a:xfrm>
            <a:custGeom>
              <a:avLst/>
              <a:gdLst/>
              <a:ahLst/>
              <a:cxnLst/>
              <a:rect l="l" t="t" r="r" b="b"/>
              <a:pathLst>
                <a:path w="15665" h="267" extrusionOk="0">
                  <a:moveTo>
                    <a:pt x="0" y="0"/>
                  </a:moveTo>
                  <a:lnTo>
                    <a:pt x="0" y="266"/>
                  </a:lnTo>
                  <a:lnTo>
                    <a:pt x="15665" y="266"/>
                  </a:lnTo>
                  <a:lnTo>
                    <a:pt x="15665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" name="Google Shape;45;p2"/>
          <p:cNvGrpSpPr/>
          <p:nvPr/>
        </p:nvGrpSpPr>
        <p:grpSpPr>
          <a:xfrm>
            <a:off x="-638864" y="1919040"/>
            <a:ext cx="1591472" cy="841159"/>
            <a:chOff x="661553" y="1919040"/>
            <a:chExt cx="1591472" cy="841159"/>
          </a:xfrm>
        </p:grpSpPr>
        <p:sp>
          <p:nvSpPr>
            <p:cNvPr id="46" name="Google Shape;46;p2"/>
            <p:cNvSpPr/>
            <p:nvPr/>
          </p:nvSpPr>
          <p:spPr>
            <a:xfrm>
              <a:off x="661553" y="2267371"/>
              <a:ext cx="1400512" cy="411311"/>
            </a:xfrm>
            <a:custGeom>
              <a:avLst/>
              <a:gdLst/>
              <a:ahLst/>
              <a:cxnLst/>
              <a:rect l="l" t="t" r="r" b="b"/>
              <a:pathLst>
                <a:path w="43383" h="12741" extrusionOk="0">
                  <a:moveTo>
                    <a:pt x="24283" y="0"/>
                  </a:moveTo>
                  <a:lnTo>
                    <a:pt x="19387" y="4897"/>
                  </a:lnTo>
                  <a:lnTo>
                    <a:pt x="2304" y="4897"/>
                  </a:lnTo>
                  <a:lnTo>
                    <a:pt x="0" y="2593"/>
                  </a:lnTo>
                  <a:lnTo>
                    <a:pt x="0" y="2991"/>
                  </a:lnTo>
                  <a:lnTo>
                    <a:pt x="2193" y="5185"/>
                  </a:lnTo>
                  <a:lnTo>
                    <a:pt x="19498" y="5185"/>
                  </a:lnTo>
                  <a:lnTo>
                    <a:pt x="24416" y="266"/>
                  </a:lnTo>
                  <a:lnTo>
                    <a:pt x="30731" y="266"/>
                  </a:lnTo>
                  <a:lnTo>
                    <a:pt x="43183" y="12740"/>
                  </a:lnTo>
                  <a:cubicBezTo>
                    <a:pt x="43249" y="12674"/>
                    <a:pt x="43316" y="12607"/>
                    <a:pt x="43382" y="12541"/>
                  </a:cubicBezTo>
                  <a:lnTo>
                    <a:pt x="3084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61553" y="2117869"/>
              <a:ext cx="1493485" cy="209610"/>
            </a:xfrm>
            <a:custGeom>
              <a:avLst/>
              <a:gdLst/>
              <a:ahLst/>
              <a:cxnLst/>
              <a:rect l="l" t="t" r="r" b="b"/>
              <a:pathLst>
                <a:path w="46263" h="6493" extrusionOk="0">
                  <a:moveTo>
                    <a:pt x="21802" y="1"/>
                  </a:moveTo>
                  <a:lnTo>
                    <a:pt x="15598" y="6204"/>
                  </a:lnTo>
                  <a:lnTo>
                    <a:pt x="4343" y="6204"/>
                  </a:lnTo>
                  <a:lnTo>
                    <a:pt x="0" y="1862"/>
                  </a:lnTo>
                  <a:lnTo>
                    <a:pt x="0" y="2261"/>
                  </a:lnTo>
                  <a:lnTo>
                    <a:pt x="4232" y="6492"/>
                  </a:lnTo>
                  <a:lnTo>
                    <a:pt x="15709" y="6492"/>
                  </a:lnTo>
                  <a:lnTo>
                    <a:pt x="21935" y="267"/>
                  </a:lnTo>
                  <a:lnTo>
                    <a:pt x="46262" y="267"/>
                  </a:lnTo>
                  <a:cubicBezTo>
                    <a:pt x="46262" y="222"/>
                    <a:pt x="46262" y="178"/>
                    <a:pt x="46262" y="134"/>
                  </a:cubicBezTo>
                  <a:cubicBezTo>
                    <a:pt x="46262" y="89"/>
                    <a:pt x="46262" y="45"/>
                    <a:pt x="4626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043446" y="2661479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266"/>
                  </a:moveTo>
                  <a:cubicBezTo>
                    <a:pt x="2216" y="266"/>
                    <a:pt x="2792" y="842"/>
                    <a:pt x="2792" y="1529"/>
                  </a:cubicBezTo>
                  <a:cubicBezTo>
                    <a:pt x="2792" y="2216"/>
                    <a:pt x="2216" y="2770"/>
                    <a:pt x="1529" y="2770"/>
                  </a:cubicBezTo>
                  <a:cubicBezTo>
                    <a:pt x="842" y="2770"/>
                    <a:pt x="288" y="2216"/>
                    <a:pt x="288" y="1529"/>
                  </a:cubicBezTo>
                  <a:cubicBezTo>
                    <a:pt x="288" y="842"/>
                    <a:pt x="842" y="266"/>
                    <a:pt x="1529" y="266"/>
                  </a:cubicBezTo>
                  <a:close/>
                  <a:moveTo>
                    <a:pt x="1529" y="0"/>
                  </a:moveTo>
                  <a:cubicBezTo>
                    <a:pt x="1174" y="0"/>
                    <a:pt x="842" y="133"/>
                    <a:pt x="576" y="333"/>
                  </a:cubicBezTo>
                  <a:lnTo>
                    <a:pt x="731" y="488"/>
                  </a:lnTo>
                  <a:lnTo>
                    <a:pt x="532" y="687"/>
                  </a:lnTo>
                  <a:lnTo>
                    <a:pt x="377" y="532"/>
                  </a:lnTo>
                  <a:cubicBezTo>
                    <a:pt x="155" y="798"/>
                    <a:pt x="0" y="1153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155015" y="2072802"/>
              <a:ext cx="98010" cy="98752"/>
            </a:xfrm>
            <a:custGeom>
              <a:avLst/>
              <a:gdLst/>
              <a:ahLst/>
              <a:cxnLst/>
              <a:rect l="l" t="t" r="r" b="b"/>
              <a:pathLst>
                <a:path w="3036" h="3059" extrusionOk="0">
                  <a:moveTo>
                    <a:pt x="1507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3"/>
                    <a:pt x="1507" y="2793"/>
                  </a:cubicBezTo>
                  <a:cubicBezTo>
                    <a:pt x="820" y="2793"/>
                    <a:pt x="266" y="2216"/>
                    <a:pt x="266" y="1530"/>
                  </a:cubicBezTo>
                  <a:cubicBezTo>
                    <a:pt x="266" y="843"/>
                    <a:pt x="820" y="289"/>
                    <a:pt x="1507" y="289"/>
                  </a:cubicBezTo>
                  <a:close/>
                  <a:moveTo>
                    <a:pt x="1507" y="1"/>
                  </a:moveTo>
                  <a:cubicBezTo>
                    <a:pt x="732" y="1"/>
                    <a:pt x="67" y="621"/>
                    <a:pt x="0" y="1397"/>
                  </a:cubicBezTo>
                  <a:lnTo>
                    <a:pt x="133" y="1397"/>
                  </a:lnTo>
                  <a:lnTo>
                    <a:pt x="133" y="1663"/>
                  </a:lnTo>
                  <a:lnTo>
                    <a:pt x="0" y="1663"/>
                  </a:lnTo>
                  <a:cubicBezTo>
                    <a:pt x="67" y="2460"/>
                    <a:pt x="732" y="3058"/>
                    <a:pt x="1507" y="3058"/>
                  </a:cubicBezTo>
                  <a:cubicBezTo>
                    <a:pt x="2349" y="3058"/>
                    <a:pt x="3036" y="2372"/>
                    <a:pt x="3036" y="1530"/>
                  </a:cubicBezTo>
                  <a:cubicBezTo>
                    <a:pt x="3036" y="688"/>
                    <a:pt x="2349" y="1"/>
                    <a:pt x="150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155015" y="2117869"/>
              <a:ext cx="4326" cy="8619"/>
            </a:xfrm>
            <a:custGeom>
              <a:avLst/>
              <a:gdLst/>
              <a:ahLst/>
              <a:cxnLst/>
              <a:rect l="l" t="t" r="r" b="b"/>
              <a:pathLst>
                <a:path w="134" h="267" extrusionOk="0">
                  <a:moveTo>
                    <a:pt x="0" y="1"/>
                  </a:moveTo>
                  <a:cubicBezTo>
                    <a:pt x="0" y="45"/>
                    <a:pt x="0" y="89"/>
                    <a:pt x="0" y="134"/>
                  </a:cubicBezTo>
                  <a:cubicBezTo>
                    <a:pt x="0" y="178"/>
                    <a:pt x="0" y="222"/>
                    <a:pt x="0" y="267"/>
                  </a:cubicBezTo>
                  <a:lnTo>
                    <a:pt x="133" y="267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779502" y="1951936"/>
              <a:ext cx="3616" cy="8619"/>
            </a:xfrm>
            <a:custGeom>
              <a:avLst/>
              <a:gdLst/>
              <a:ahLst/>
              <a:cxnLst/>
              <a:rect l="l" t="t" r="r" b="b"/>
              <a:pathLst>
                <a:path w="112" h="267" extrusionOk="0">
                  <a:moveTo>
                    <a:pt x="89" y="0"/>
                  </a:moveTo>
                  <a:cubicBezTo>
                    <a:pt x="67" y="89"/>
                    <a:pt x="23" y="178"/>
                    <a:pt x="0" y="266"/>
                  </a:cubicBezTo>
                  <a:lnTo>
                    <a:pt x="111" y="26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51936" y="1951936"/>
              <a:ext cx="821138" cy="187432"/>
            </a:xfrm>
            <a:custGeom>
              <a:avLst/>
              <a:gdLst/>
              <a:ahLst/>
              <a:cxnLst/>
              <a:rect l="l" t="t" r="r" b="b"/>
              <a:pathLst>
                <a:path w="25436" h="5806" extrusionOk="0">
                  <a:moveTo>
                    <a:pt x="10436" y="0"/>
                  </a:moveTo>
                  <a:lnTo>
                    <a:pt x="4919" y="5539"/>
                  </a:lnTo>
                  <a:lnTo>
                    <a:pt x="0" y="5539"/>
                  </a:lnTo>
                  <a:lnTo>
                    <a:pt x="0" y="5805"/>
                  </a:lnTo>
                  <a:lnTo>
                    <a:pt x="5030" y="5805"/>
                  </a:lnTo>
                  <a:lnTo>
                    <a:pt x="10569" y="266"/>
                  </a:lnTo>
                  <a:lnTo>
                    <a:pt x="25369" y="266"/>
                  </a:lnTo>
                  <a:cubicBezTo>
                    <a:pt x="25369" y="178"/>
                    <a:pt x="25392" y="89"/>
                    <a:pt x="2543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851795" y="2077096"/>
              <a:ext cx="98752" cy="98752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1529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43" y="2792"/>
                    <a:pt x="266" y="2216"/>
                    <a:pt x="266" y="1530"/>
                  </a:cubicBezTo>
                  <a:cubicBezTo>
                    <a:pt x="266" y="843"/>
                    <a:pt x="843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1" y="688"/>
                    <a:pt x="1" y="1530"/>
                  </a:cubicBezTo>
                  <a:cubicBezTo>
                    <a:pt x="1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770205" y="1919040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0"/>
                  </a:moveTo>
                  <a:cubicBezTo>
                    <a:pt x="864" y="0"/>
                    <a:pt x="288" y="421"/>
                    <a:pt x="89" y="1019"/>
                  </a:cubicBezTo>
                  <a:lnTo>
                    <a:pt x="377" y="1019"/>
                  </a:lnTo>
                  <a:cubicBezTo>
                    <a:pt x="576" y="576"/>
                    <a:pt x="1020" y="288"/>
                    <a:pt x="1529" y="288"/>
                  </a:cubicBez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70"/>
                    <a:pt x="1529" y="2770"/>
                  </a:cubicBezTo>
                  <a:cubicBezTo>
                    <a:pt x="842" y="2770"/>
                    <a:pt x="266" y="2216"/>
                    <a:pt x="266" y="1529"/>
                  </a:cubicBezTo>
                  <a:cubicBezTo>
                    <a:pt x="266" y="1440"/>
                    <a:pt x="288" y="1374"/>
                    <a:pt x="288" y="1285"/>
                  </a:cubicBezTo>
                  <a:lnTo>
                    <a:pt x="22" y="1285"/>
                  </a:lnTo>
                  <a:cubicBezTo>
                    <a:pt x="0" y="1374"/>
                    <a:pt x="0" y="1440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770915" y="1951936"/>
              <a:ext cx="11460" cy="8619"/>
            </a:xfrm>
            <a:custGeom>
              <a:avLst/>
              <a:gdLst/>
              <a:ahLst/>
              <a:cxnLst/>
              <a:rect l="l" t="t" r="r" b="b"/>
              <a:pathLst>
                <a:path w="355" h="267" extrusionOk="0">
                  <a:moveTo>
                    <a:pt x="67" y="0"/>
                  </a:moveTo>
                  <a:cubicBezTo>
                    <a:pt x="23" y="89"/>
                    <a:pt x="0" y="178"/>
                    <a:pt x="0" y="266"/>
                  </a:cubicBezTo>
                  <a:lnTo>
                    <a:pt x="266" y="266"/>
                  </a:lnTo>
                  <a:cubicBezTo>
                    <a:pt x="289" y="178"/>
                    <a:pt x="333" y="89"/>
                    <a:pt x="35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4256903" y="4591772"/>
            <a:ext cx="182798" cy="598473"/>
            <a:chOff x="3638102" y="4583399"/>
            <a:chExt cx="182798" cy="598473"/>
          </a:xfrm>
        </p:grpSpPr>
        <p:sp>
          <p:nvSpPr>
            <p:cNvPr id="57" name="Google Shape;57;p2"/>
            <p:cNvSpPr/>
            <p:nvPr/>
          </p:nvSpPr>
          <p:spPr>
            <a:xfrm>
              <a:off x="3710947" y="4755502"/>
              <a:ext cx="21214" cy="426370"/>
            </a:xfrm>
            <a:custGeom>
              <a:avLst/>
              <a:gdLst/>
              <a:ahLst/>
              <a:cxnLst/>
              <a:rect l="l" t="t" r="r" b="b"/>
              <a:pathLst>
                <a:path w="355" h="7135" extrusionOk="0">
                  <a:moveTo>
                    <a:pt x="0" y="1"/>
                  </a:moveTo>
                  <a:lnTo>
                    <a:pt x="0" y="7135"/>
                  </a:lnTo>
                  <a:lnTo>
                    <a:pt x="355" y="7135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638102" y="4583399"/>
              <a:ext cx="182798" cy="181424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1862" y="266"/>
                    <a:pt x="2172" y="399"/>
                    <a:pt x="2394" y="643"/>
                  </a:cubicBezTo>
                  <a:cubicBezTo>
                    <a:pt x="2638" y="864"/>
                    <a:pt x="2770" y="1175"/>
                    <a:pt x="2770" y="1507"/>
                  </a:cubicBezTo>
                  <a:cubicBezTo>
                    <a:pt x="2770" y="1839"/>
                    <a:pt x="2638" y="2172"/>
                    <a:pt x="2394" y="2393"/>
                  </a:cubicBezTo>
                  <a:cubicBezTo>
                    <a:pt x="2172" y="2637"/>
                    <a:pt x="1862" y="2770"/>
                    <a:pt x="1530" y="2770"/>
                  </a:cubicBezTo>
                  <a:cubicBezTo>
                    <a:pt x="1197" y="2770"/>
                    <a:pt x="865" y="2637"/>
                    <a:pt x="643" y="2393"/>
                  </a:cubicBezTo>
                  <a:cubicBezTo>
                    <a:pt x="400" y="2172"/>
                    <a:pt x="267" y="1839"/>
                    <a:pt x="267" y="1507"/>
                  </a:cubicBezTo>
                  <a:cubicBezTo>
                    <a:pt x="267" y="1175"/>
                    <a:pt x="400" y="864"/>
                    <a:pt x="643" y="643"/>
                  </a:cubicBezTo>
                  <a:cubicBezTo>
                    <a:pt x="865" y="399"/>
                    <a:pt x="1197" y="266"/>
                    <a:pt x="1530" y="266"/>
                  </a:cubicBezTo>
                  <a:close/>
                  <a:moveTo>
                    <a:pt x="1530" y="0"/>
                  </a:moveTo>
                  <a:cubicBezTo>
                    <a:pt x="1109" y="0"/>
                    <a:pt x="732" y="155"/>
                    <a:pt x="444" y="443"/>
                  </a:cubicBezTo>
                  <a:cubicBezTo>
                    <a:pt x="156" y="731"/>
                    <a:pt x="1" y="1108"/>
                    <a:pt x="1" y="1507"/>
                  </a:cubicBezTo>
                  <a:cubicBezTo>
                    <a:pt x="1" y="1928"/>
                    <a:pt x="156" y="2305"/>
                    <a:pt x="444" y="2593"/>
                  </a:cubicBezTo>
                  <a:cubicBezTo>
                    <a:pt x="732" y="2881"/>
                    <a:pt x="1109" y="3036"/>
                    <a:pt x="1530" y="3036"/>
                  </a:cubicBezTo>
                  <a:cubicBezTo>
                    <a:pt x="1928" y="3036"/>
                    <a:pt x="2305" y="2881"/>
                    <a:pt x="2593" y="2593"/>
                  </a:cubicBezTo>
                  <a:cubicBezTo>
                    <a:pt x="2881" y="2305"/>
                    <a:pt x="3058" y="1928"/>
                    <a:pt x="3058" y="1507"/>
                  </a:cubicBezTo>
                  <a:cubicBezTo>
                    <a:pt x="3058" y="1108"/>
                    <a:pt x="2881" y="731"/>
                    <a:pt x="2593" y="443"/>
                  </a:cubicBezTo>
                  <a:cubicBezTo>
                    <a:pt x="2305" y="155"/>
                    <a:pt x="1928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2"/>
          <p:cNvGrpSpPr/>
          <p:nvPr/>
        </p:nvGrpSpPr>
        <p:grpSpPr>
          <a:xfrm>
            <a:off x="6769828" y="4744172"/>
            <a:ext cx="182798" cy="598473"/>
            <a:chOff x="3638102" y="4583399"/>
            <a:chExt cx="182798" cy="598473"/>
          </a:xfrm>
        </p:grpSpPr>
        <p:sp>
          <p:nvSpPr>
            <p:cNvPr id="60" name="Google Shape;60;p2"/>
            <p:cNvSpPr/>
            <p:nvPr/>
          </p:nvSpPr>
          <p:spPr>
            <a:xfrm>
              <a:off x="3710947" y="4755502"/>
              <a:ext cx="21214" cy="426370"/>
            </a:xfrm>
            <a:custGeom>
              <a:avLst/>
              <a:gdLst/>
              <a:ahLst/>
              <a:cxnLst/>
              <a:rect l="l" t="t" r="r" b="b"/>
              <a:pathLst>
                <a:path w="355" h="7135" extrusionOk="0">
                  <a:moveTo>
                    <a:pt x="0" y="1"/>
                  </a:moveTo>
                  <a:lnTo>
                    <a:pt x="0" y="7135"/>
                  </a:lnTo>
                  <a:lnTo>
                    <a:pt x="355" y="7135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638102" y="4583399"/>
              <a:ext cx="182798" cy="181424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1862" y="266"/>
                    <a:pt x="2172" y="399"/>
                    <a:pt x="2394" y="643"/>
                  </a:cubicBezTo>
                  <a:cubicBezTo>
                    <a:pt x="2638" y="864"/>
                    <a:pt x="2770" y="1175"/>
                    <a:pt x="2770" y="1507"/>
                  </a:cubicBezTo>
                  <a:cubicBezTo>
                    <a:pt x="2770" y="1839"/>
                    <a:pt x="2638" y="2172"/>
                    <a:pt x="2394" y="2393"/>
                  </a:cubicBezTo>
                  <a:cubicBezTo>
                    <a:pt x="2172" y="2637"/>
                    <a:pt x="1862" y="2770"/>
                    <a:pt x="1530" y="2770"/>
                  </a:cubicBezTo>
                  <a:cubicBezTo>
                    <a:pt x="1197" y="2770"/>
                    <a:pt x="865" y="2637"/>
                    <a:pt x="643" y="2393"/>
                  </a:cubicBezTo>
                  <a:cubicBezTo>
                    <a:pt x="400" y="2172"/>
                    <a:pt x="267" y="1839"/>
                    <a:pt x="267" y="1507"/>
                  </a:cubicBezTo>
                  <a:cubicBezTo>
                    <a:pt x="267" y="1175"/>
                    <a:pt x="400" y="864"/>
                    <a:pt x="643" y="643"/>
                  </a:cubicBezTo>
                  <a:cubicBezTo>
                    <a:pt x="865" y="399"/>
                    <a:pt x="1197" y="266"/>
                    <a:pt x="1530" y="266"/>
                  </a:cubicBezTo>
                  <a:close/>
                  <a:moveTo>
                    <a:pt x="1530" y="0"/>
                  </a:moveTo>
                  <a:cubicBezTo>
                    <a:pt x="1109" y="0"/>
                    <a:pt x="732" y="155"/>
                    <a:pt x="444" y="443"/>
                  </a:cubicBezTo>
                  <a:cubicBezTo>
                    <a:pt x="156" y="731"/>
                    <a:pt x="1" y="1108"/>
                    <a:pt x="1" y="1507"/>
                  </a:cubicBezTo>
                  <a:cubicBezTo>
                    <a:pt x="1" y="1928"/>
                    <a:pt x="156" y="2305"/>
                    <a:pt x="444" y="2593"/>
                  </a:cubicBezTo>
                  <a:cubicBezTo>
                    <a:pt x="732" y="2881"/>
                    <a:pt x="1109" y="3036"/>
                    <a:pt x="1530" y="3036"/>
                  </a:cubicBezTo>
                  <a:cubicBezTo>
                    <a:pt x="1928" y="3036"/>
                    <a:pt x="2305" y="2881"/>
                    <a:pt x="2593" y="2593"/>
                  </a:cubicBezTo>
                  <a:cubicBezTo>
                    <a:pt x="2881" y="2305"/>
                    <a:pt x="3058" y="1928"/>
                    <a:pt x="3058" y="1507"/>
                  </a:cubicBezTo>
                  <a:cubicBezTo>
                    <a:pt x="3058" y="1108"/>
                    <a:pt x="2881" y="731"/>
                    <a:pt x="2593" y="443"/>
                  </a:cubicBezTo>
                  <a:cubicBezTo>
                    <a:pt x="2305" y="155"/>
                    <a:pt x="1928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2"/>
          <p:cNvGrpSpPr/>
          <p:nvPr/>
        </p:nvGrpSpPr>
        <p:grpSpPr>
          <a:xfrm>
            <a:off x="8423807" y="2302425"/>
            <a:ext cx="444699" cy="714806"/>
            <a:chOff x="8348444" y="2302425"/>
            <a:chExt cx="444699" cy="714806"/>
          </a:xfrm>
        </p:grpSpPr>
        <p:sp>
          <p:nvSpPr>
            <p:cNvPr id="63" name="Google Shape;63;p2"/>
            <p:cNvSpPr/>
            <p:nvPr/>
          </p:nvSpPr>
          <p:spPr>
            <a:xfrm>
              <a:off x="8348444" y="2302425"/>
              <a:ext cx="368261" cy="714806"/>
            </a:xfrm>
            <a:custGeom>
              <a:avLst/>
              <a:gdLst/>
              <a:ahLst/>
              <a:cxnLst/>
              <a:rect l="l" t="t" r="r" b="b"/>
              <a:pathLst>
                <a:path w="9395" h="18236" extrusionOk="0">
                  <a:moveTo>
                    <a:pt x="4476" y="1"/>
                  </a:moveTo>
                  <a:lnTo>
                    <a:pt x="0" y="4587"/>
                  </a:lnTo>
                  <a:lnTo>
                    <a:pt x="0" y="18235"/>
                  </a:lnTo>
                  <a:lnTo>
                    <a:pt x="9395" y="18235"/>
                  </a:lnTo>
                  <a:lnTo>
                    <a:pt x="93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8652425" y="2518678"/>
              <a:ext cx="140719" cy="38257"/>
            </a:xfrm>
            <a:custGeom>
              <a:avLst/>
              <a:gdLst/>
              <a:ahLst/>
              <a:cxnLst/>
              <a:rect l="l" t="t" r="r" b="b"/>
              <a:pathLst>
                <a:path w="3590" h="976" extrusionOk="0">
                  <a:moveTo>
                    <a:pt x="0" y="1"/>
                  </a:moveTo>
                  <a:lnTo>
                    <a:pt x="0" y="976"/>
                  </a:lnTo>
                  <a:lnTo>
                    <a:pt x="3589" y="976"/>
                  </a:lnTo>
                  <a:lnTo>
                    <a:pt x="35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8652425" y="2645482"/>
              <a:ext cx="140719" cy="38257"/>
            </a:xfrm>
            <a:custGeom>
              <a:avLst/>
              <a:gdLst/>
              <a:ahLst/>
              <a:cxnLst/>
              <a:rect l="l" t="t" r="r" b="b"/>
              <a:pathLst>
                <a:path w="3590" h="976" extrusionOk="0">
                  <a:moveTo>
                    <a:pt x="0" y="1"/>
                  </a:moveTo>
                  <a:lnTo>
                    <a:pt x="0" y="975"/>
                  </a:lnTo>
                  <a:lnTo>
                    <a:pt x="3589" y="975"/>
                  </a:lnTo>
                  <a:lnTo>
                    <a:pt x="35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8652425" y="2772286"/>
              <a:ext cx="140719" cy="37394"/>
            </a:xfrm>
            <a:custGeom>
              <a:avLst/>
              <a:gdLst/>
              <a:ahLst/>
              <a:cxnLst/>
              <a:rect l="l" t="t" r="r" b="b"/>
              <a:pathLst>
                <a:path w="3590" h="954" extrusionOk="0">
                  <a:moveTo>
                    <a:pt x="0" y="0"/>
                  </a:moveTo>
                  <a:lnTo>
                    <a:pt x="0" y="953"/>
                  </a:lnTo>
                  <a:lnTo>
                    <a:pt x="3589" y="953"/>
                  </a:lnTo>
                  <a:lnTo>
                    <a:pt x="35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652425" y="2899090"/>
              <a:ext cx="140719" cy="37355"/>
            </a:xfrm>
            <a:custGeom>
              <a:avLst/>
              <a:gdLst/>
              <a:ahLst/>
              <a:cxnLst/>
              <a:rect l="l" t="t" r="r" b="b"/>
              <a:pathLst>
                <a:path w="3590" h="953" extrusionOk="0">
                  <a:moveTo>
                    <a:pt x="0" y="0"/>
                  </a:moveTo>
                  <a:lnTo>
                    <a:pt x="0" y="953"/>
                  </a:lnTo>
                  <a:lnTo>
                    <a:pt x="3589" y="953"/>
                  </a:lnTo>
                  <a:lnTo>
                    <a:pt x="35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>
            <a:off x="8772496" y="3682006"/>
            <a:ext cx="399902" cy="651901"/>
            <a:chOff x="8772496" y="3715501"/>
            <a:chExt cx="399902" cy="651901"/>
          </a:xfrm>
        </p:grpSpPr>
        <p:sp>
          <p:nvSpPr>
            <p:cNvPr id="69" name="Google Shape;69;p2"/>
            <p:cNvSpPr/>
            <p:nvPr/>
          </p:nvSpPr>
          <p:spPr>
            <a:xfrm>
              <a:off x="8838105" y="3859218"/>
              <a:ext cx="334293" cy="508184"/>
            </a:xfrm>
            <a:custGeom>
              <a:avLst/>
              <a:gdLst/>
              <a:ahLst/>
              <a:cxnLst/>
              <a:rect l="l" t="t" r="r" b="b"/>
              <a:pathLst>
                <a:path w="7113" h="10813" extrusionOk="0">
                  <a:moveTo>
                    <a:pt x="0" y="1"/>
                  </a:moveTo>
                  <a:lnTo>
                    <a:pt x="0" y="3723"/>
                  </a:lnTo>
                  <a:lnTo>
                    <a:pt x="7112" y="10813"/>
                  </a:lnTo>
                  <a:lnTo>
                    <a:pt x="7112" y="10436"/>
                  </a:lnTo>
                  <a:lnTo>
                    <a:pt x="288" y="3612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8772496" y="3715501"/>
              <a:ext cx="143718" cy="143765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89"/>
                  </a:moveTo>
                  <a:cubicBezTo>
                    <a:pt x="2216" y="289"/>
                    <a:pt x="2792" y="843"/>
                    <a:pt x="2792" y="1530"/>
                  </a:cubicBezTo>
                  <a:cubicBezTo>
                    <a:pt x="2792" y="2217"/>
                    <a:pt x="2216" y="2793"/>
                    <a:pt x="1529" y="2793"/>
                  </a:cubicBezTo>
                  <a:cubicBezTo>
                    <a:pt x="842" y="2793"/>
                    <a:pt x="288" y="2217"/>
                    <a:pt x="288" y="1530"/>
                  </a:cubicBezTo>
                  <a:cubicBezTo>
                    <a:pt x="288" y="843"/>
                    <a:pt x="842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8"/>
                    <a:pt x="0" y="1530"/>
                  </a:cubicBezTo>
                  <a:cubicBezTo>
                    <a:pt x="0" y="2327"/>
                    <a:pt x="621" y="2992"/>
                    <a:pt x="1396" y="3059"/>
                  </a:cubicBezTo>
                  <a:lnTo>
                    <a:pt x="1396" y="2926"/>
                  </a:lnTo>
                  <a:lnTo>
                    <a:pt x="1684" y="2926"/>
                  </a:lnTo>
                  <a:lnTo>
                    <a:pt x="1684" y="3059"/>
                  </a:lnTo>
                  <a:cubicBezTo>
                    <a:pt x="2460" y="2992"/>
                    <a:pt x="3058" y="2327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2"/>
          <p:cNvGrpSpPr/>
          <p:nvPr/>
        </p:nvGrpSpPr>
        <p:grpSpPr>
          <a:xfrm rot="5400000">
            <a:off x="67035" y="943364"/>
            <a:ext cx="184279" cy="603321"/>
            <a:chOff x="3638102" y="4583399"/>
            <a:chExt cx="182798" cy="598473"/>
          </a:xfrm>
        </p:grpSpPr>
        <p:sp>
          <p:nvSpPr>
            <p:cNvPr id="72" name="Google Shape;72;p2"/>
            <p:cNvSpPr/>
            <p:nvPr/>
          </p:nvSpPr>
          <p:spPr>
            <a:xfrm>
              <a:off x="3710947" y="4755502"/>
              <a:ext cx="21214" cy="426370"/>
            </a:xfrm>
            <a:custGeom>
              <a:avLst/>
              <a:gdLst/>
              <a:ahLst/>
              <a:cxnLst/>
              <a:rect l="l" t="t" r="r" b="b"/>
              <a:pathLst>
                <a:path w="355" h="7135" extrusionOk="0">
                  <a:moveTo>
                    <a:pt x="0" y="1"/>
                  </a:moveTo>
                  <a:lnTo>
                    <a:pt x="0" y="7135"/>
                  </a:lnTo>
                  <a:lnTo>
                    <a:pt x="355" y="7135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638102" y="4583399"/>
              <a:ext cx="182798" cy="181424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1862" y="266"/>
                    <a:pt x="2172" y="399"/>
                    <a:pt x="2394" y="643"/>
                  </a:cubicBezTo>
                  <a:cubicBezTo>
                    <a:pt x="2638" y="864"/>
                    <a:pt x="2770" y="1175"/>
                    <a:pt x="2770" y="1507"/>
                  </a:cubicBezTo>
                  <a:cubicBezTo>
                    <a:pt x="2770" y="1839"/>
                    <a:pt x="2638" y="2172"/>
                    <a:pt x="2394" y="2393"/>
                  </a:cubicBezTo>
                  <a:cubicBezTo>
                    <a:pt x="2172" y="2637"/>
                    <a:pt x="1862" y="2770"/>
                    <a:pt x="1530" y="2770"/>
                  </a:cubicBezTo>
                  <a:cubicBezTo>
                    <a:pt x="1197" y="2770"/>
                    <a:pt x="865" y="2637"/>
                    <a:pt x="643" y="2393"/>
                  </a:cubicBezTo>
                  <a:cubicBezTo>
                    <a:pt x="400" y="2172"/>
                    <a:pt x="267" y="1839"/>
                    <a:pt x="267" y="1507"/>
                  </a:cubicBezTo>
                  <a:cubicBezTo>
                    <a:pt x="267" y="1175"/>
                    <a:pt x="400" y="864"/>
                    <a:pt x="643" y="643"/>
                  </a:cubicBezTo>
                  <a:cubicBezTo>
                    <a:pt x="865" y="399"/>
                    <a:pt x="1197" y="266"/>
                    <a:pt x="1530" y="266"/>
                  </a:cubicBezTo>
                  <a:close/>
                  <a:moveTo>
                    <a:pt x="1530" y="0"/>
                  </a:moveTo>
                  <a:cubicBezTo>
                    <a:pt x="1109" y="0"/>
                    <a:pt x="732" y="155"/>
                    <a:pt x="444" y="443"/>
                  </a:cubicBezTo>
                  <a:cubicBezTo>
                    <a:pt x="156" y="731"/>
                    <a:pt x="1" y="1108"/>
                    <a:pt x="1" y="1507"/>
                  </a:cubicBezTo>
                  <a:cubicBezTo>
                    <a:pt x="1" y="1928"/>
                    <a:pt x="156" y="2305"/>
                    <a:pt x="444" y="2593"/>
                  </a:cubicBezTo>
                  <a:cubicBezTo>
                    <a:pt x="732" y="2881"/>
                    <a:pt x="1109" y="3036"/>
                    <a:pt x="1530" y="3036"/>
                  </a:cubicBezTo>
                  <a:cubicBezTo>
                    <a:pt x="1928" y="3036"/>
                    <a:pt x="2305" y="2881"/>
                    <a:pt x="2593" y="2593"/>
                  </a:cubicBezTo>
                  <a:cubicBezTo>
                    <a:pt x="2881" y="2305"/>
                    <a:pt x="3058" y="1928"/>
                    <a:pt x="3058" y="1507"/>
                  </a:cubicBezTo>
                  <a:cubicBezTo>
                    <a:pt x="3058" y="1108"/>
                    <a:pt x="2881" y="731"/>
                    <a:pt x="2593" y="443"/>
                  </a:cubicBezTo>
                  <a:cubicBezTo>
                    <a:pt x="2305" y="155"/>
                    <a:pt x="1928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74;p2"/>
          <p:cNvGrpSpPr/>
          <p:nvPr/>
        </p:nvGrpSpPr>
        <p:grpSpPr>
          <a:xfrm>
            <a:off x="-606990" y="-177539"/>
            <a:ext cx="3434729" cy="1094377"/>
            <a:chOff x="1035175" y="739350"/>
            <a:chExt cx="2659900" cy="847500"/>
          </a:xfrm>
        </p:grpSpPr>
        <p:sp>
          <p:nvSpPr>
            <p:cNvPr id="75" name="Google Shape;75;p2"/>
            <p:cNvSpPr/>
            <p:nvPr/>
          </p:nvSpPr>
          <p:spPr>
            <a:xfrm>
              <a:off x="1092800" y="1117100"/>
              <a:ext cx="2529150" cy="430400"/>
            </a:xfrm>
            <a:custGeom>
              <a:avLst/>
              <a:gdLst/>
              <a:ahLst/>
              <a:cxnLst/>
              <a:rect l="l" t="t" r="r" b="b"/>
              <a:pathLst>
                <a:path w="101166" h="17216" extrusionOk="0">
                  <a:moveTo>
                    <a:pt x="55613" y="1"/>
                  </a:moveTo>
                  <a:lnTo>
                    <a:pt x="49054" y="6559"/>
                  </a:lnTo>
                  <a:lnTo>
                    <a:pt x="5960" y="6559"/>
                  </a:lnTo>
                  <a:lnTo>
                    <a:pt x="0" y="12497"/>
                  </a:lnTo>
                  <a:lnTo>
                    <a:pt x="200" y="12696"/>
                  </a:lnTo>
                  <a:lnTo>
                    <a:pt x="6071" y="6825"/>
                  </a:lnTo>
                  <a:lnTo>
                    <a:pt x="49165" y="6825"/>
                  </a:lnTo>
                  <a:lnTo>
                    <a:pt x="55723" y="289"/>
                  </a:lnTo>
                  <a:lnTo>
                    <a:pt x="63589" y="289"/>
                  </a:lnTo>
                  <a:lnTo>
                    <a:pt x="80516" y="17216"/>
                  </a:lnTo>
                  <a:lnTo>
                    <a:pt x="101166" y="17216"/>
                  </a:lnTo>
                  <a:lnTo>
                    <a:pt x="101166" y="16928"/>
                  </a:lnTo>
                  <a:lnTo>
                    <a:pt x="80627" y="16928"/>
                  </a:lnTo>
                  <a:lnTo>
                    <a:pt x="63700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035175" y="1417725"/>
              <a:ext cx="83675" cy="76600"/>
            </a:xfrm>
            <a:custGeom>
              <a:avLst/>
              <a:gdLst/>
              <a:ahLst/>
              <a:cxnLst/>
              <a:rect l="l" t="t" r="r" b="b"/>
              <a:pathLst>
                <a:path w="3347" h="3064" extrusionOk="0">
                  <a:moveTo>
                    <a:pt x="1663" y="283"/>
                  </a:moveTo>
                  <a:cubicBezTo>
                    <a:pt x="1984" y="283"/>
                    <a:pt x="2305" y="405"/>
                    <a:pt x="2549" y="649"/>
                  </a:cubicBezTo>
                  <a:cubicBezTo>
                    <a:pt x="3036" y="1136"/>
                    <a:pt x="3036" y="1934"/>
                    <a:pt x="2549" y="2421"/>
                  </a:cubicBezTo>
                  <a:cubicBezTo>
                    <a:pt x="2305" y="2665"/>
                    <a:pt x="1984" y="2787"/>
                    <a:pt x="1663" y="2787"/>
                  </a:cubicBezTo>
                  <a:cubicBezTo>
                    <a:pt x="1341" y="2787"/>
                    <a:pt x="1020" y="2665"/>
                    <a:pt x="776" y="2421"/>
                  </a:cubicBezTo>
                  <a:cubicBezTo>
                    <a:pt x="289" y="1934"/>
                    <a:pt x="289" y="1136"/>
                    <a:pt x="776" y="649"/>
                  </a:cubicBezTo>
                  <a:cubicBezTo>
                    <a:pt x="1020" y="405"/>
                    <a:pt x="1341" y="283"/>
                    <a:pt x="1663" y="283"/>
                  </a:cubicBezTo>
                  <a:close/>
                  <a:moveTo>
                    <a:pt x="1674" y="1"/>
                  </a:moveTo>
                  <a:cubicBezTo>
                    <a:pt x="1286" y="1"/>
                    <a:pt x="898" y="150"/>
                    <a:pt x="599" y="450"/>
                  </a:cubicBezTo>
                  <a:cubicBezTo>
                    <a:pt x="1" y="1048"/>
                    <a:pt x="1" y="2023"/>
                    <a:pt x="599" y="2621"/>
                  </a:cubicBezTo>
                  <a:cubicBezTo>
                    <a:pt x="887" y="2909"/>
                    <a:pt x="1286" y="3064"/>
                    <a:pt x="1663" y="3064"/>
                  </a:cubicBezTo>
                  <a:cubicBezTo>
                    <a:pt x="2061" y="3064"/>
                    <a:pt x="2460" y="2909"/>
                    <a:pt x="2748" y="2621"/>
                  </a:cubicBezTo>
                  <a:cubicBezTo>
                    <a:pt x="3347" y="2023"/>
                    <a:pt x="3347" y="1048"/>
                    <a:pt x="2748" y="450"/>
                  </a:cubicBezTo>
                  <a:cubicBezTo>
                    <a:pt x="2449" y="150"/>
                    <a:pt x="2061" y="1"/>
                    <a:pt x="16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611400" y="1510225"/>
              <a:ext cx="83675" cy="76625"/>
            </a:xfrm>
            <a:custGeom>
              <a:avLst/>
              <a:gdLst/>
              <a:ahLst/>
              <a:cxnLst/>
              <a:rect l="l" t="t" r="r" b="b"/>
              <a:pathLst>
                <a:path w="3347" h="3065" extrusionOk="0">
                  <a:moveTo>
                    <a:pt x="1663" y="283"/>
                  </a:moveTo>
                  <a:cubicBezTo>
                    <a:pt x="1984" y="283"/>
                    <a:pt x="2305" y="405"/>
                    <a:pt x="2549" y="649"/>
                  </a:cubicBezTo>
                  <a:cubicBezTo>
                    <a:pt x="3036" y="1136"/>
                    <a:pt x="3036" y="1934"/>
                    <a:pt x="2549" y="2422"/>
                  </a:cubicBezTo>
                  <a:cubicBezTo>
                    <a:pt x="2305" y="2665"/>
                    <a:pt x="1984" y="2787"/>
                    <a:pt x="1663" y="2787"/>
                  </a:cubicBezTo>
                  <a:cubicBezTo>
                    <a:pt x="1341" y="2787"/>
                    <a:pt x="1020" y="2665"/>
                    <a:pt x="776" y="2422"/>
                  </a:cubicBezTo>
                  <a:cubicBezTo>
                    <a:pt x="311" y="1934"/>
                    <a:pt x="311" y="1136"/>
                    <a:pt x="776" y="649"/>
                  </a:cubicBezTo>
                  <a:cubicBezTo>
                    <a:pt x="1020" y="405"/>
                    <a:pt x="1341" y="283"/>
                    <a:pt x="1663" y="283"/>
                  </a:cubicBezTo>
                  <a:close/>
                  <a:moveTo>
                    <a:pt x="1674" y="1"/>
                  </a:moveTo>
                  <a:cubicBezTo>
                    <a:pt x="1286" y="1"/>
                    <a:pt x="898" y="151"/>
                    <a:pt x="599" y="450"/>
                  </a:cubicBezTo>
                  <a:cubicBezTo>
                    <a:pt x="1" y="1048"/>
                    <a:pt x="1" y="2023"/>
                    <a:pt x="599" y="2599"/>
                  </a:cubicBezTo>
                  <a:cubicBezTo>
                    <a:pt x="887" y="2909"/>
                    <a:pt x="1286" y="3064"/>
                    <a:pt x="1663" y="3064"/>
                  </a:cubicBezTo>
                  <a:cubicBezTo>
                    <a:pt x="2062" y="3064"/>
                    <a:pt x="2460" y="2909"/>
                    <a:pt x="2748" y="2599"/>
                  </a:cubicBezTo>
                  <a:cubicBezTo>
                    <a:pt x="3347" y="2023"/>
                    <a:pt x="3347" y="1048"/>
                    <a:pt x="2748" y="450"/>
                  </a:cubicBezTo>
                  <a:cubicBezTo>
                    <a:pt x="2449" y="151"/>
                    <a:pt x="2062" y="1"/>
                    <a:pt x="16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509875" y="739350"/>
              <a:ext cx="638125" cy="396600"/>
            </a:xfrm>
            <a:custGeom>
              <a:avLst/>
              <a:gdLst/>
              <a:ahLst/>
              <a:cxnLst/>
              <a:rect l="l" t="t" r="r" b="b"/>
              <a:pathLst>
                <a:path w="25525" h="15864" extrusionOk="0">
                  <a:moveTo>
                    <a:pt x="1" y="0"/>
                  </a:moveTo>
                  <a:lnTo>
                    <a:pt x="1" y="5650"/>
                  </a:lnTo>
                  <a:lnTo>
                    <a:pt x="10237" y="15864"/>
                  </a:lnTo>
                  <a:lnTo>
                    <a:pt x="25525" y="15864"/>
                  </a:lnTo>
                  <a:lnTo>
                    <a:pt x="25525" y="15576"/>
                  </a:lnTo>
                  <a:lnTo>
                    <a:pt x="10348" y="15576"/>
                  </a:lnTo>
                  <a:lnTo>
                    <a:pt x="289" y="553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2140225" y="1087600"/>
              <a:ext cx="83675" cy="76050"/>
            </a:xfrm>
            <a:custGeom>
              <a:avLst/>
              <a:gdLst/>
              <a:ahLst/>
              <a:cxnLst/>
              <a:rect l="l" t="t" r="r" b="b"/>
              <a:pathLst>
                <a:path w="3347" h="3042" extrusionOk="0">
                  <a:moveTo>
                    <a:pt x="1663" y="272"/>
                  </a:moveTo>
                  <a:cubicBezTo>
                    <a:pt x="1995" y="272"/>
                    <a:pt x="2305" y="405"/>
                    <a:pt x="2549" y="649"/>
                  </a:cubicBezTo>
                  <a:cubicBezTo>
                    <a:pt x="3036" y="1136"/>
                    <a:pt x="3036" y="1912"/>
                    <a:pt x="2549" y="2399"/>
                  </a:cubicBezTo>
                  <a:cubicBezTo>
                    <a:pt x="2305" y="2643"/>
                    <a:pt x="1984" y="2765"/>
                    <a:pt x="1663" y="2765"/>
                  </a:cubicBezTo>
                  <a:cubicBezTo>
                    <a:pt x="1341" y="2765"/>
                    <a:pt x="1020" y="2643"/>
                    <a:pt x="776" y="2399"/>
                  </a:cubicBezTo>
                  <a:cubicBezTo>
                    <a:pt x="289" y="1912"/>
                    <a:pt x="289" y="1136"/>
                    <a:pt x="776" y="649"/>
                  </a:cubicBezTo>
                  <a:cubicBezTo>
                    <a:pt x="1020" y="405"/>
                    <a:pt x="1352" y="272"/>
                    <a:pt x="1663" y="272"/>
                  </a:cubicBezTo>
                  <a:close/>
                  <a:moveTo>
                    <a:pt x="1674" y="1"/>
                  </a:moveTo>
                  <a:cubicBezTo>
                    <a:pt x="1286" y="1"/>
                    <a:pt x="898" y="150"/>
                    <a:pt x="599" y="449"/>
                  </a:cubicBezTo>
                  <a:cubicBezTo>
                    <a:pt x="1" y="1048"/>
                    <a:pt x="1" y="2000"/>
                    <a:pt x="599" y="2599"/>
                  </a:cubicBezTo>
                  <a:cubicBezTo>
                    <a:pt x="887" y="2909"/>
                    <a:pt x="1286" y="3042"/>
                    <a:pt x="1663" y="3042"/>
                  </a:cubicBezTo>
                  <a:cubicBezTo>
                    <a:pt x="2061" y="3042"/>
                    <a:pt x="2460" y="2909"/>
                    <a:pt x="2748" y="2599"/>
                  </a:cubicBezTo>
                  <a:cubicBezTo>
                    <a:pt x="3346" y="2000"/>
                    <a:pt x="3346" y="1048"/>
                    <a:pt x="2748" y="449"/>
                  </a:cubicBezTo>
                  <a:cubicBezTo>
                    <a:pt x="2449" y="150"/>
                    <a:pt x="2061" y="1"/>
                    <a:pt x="16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" name="Google Shape;80;p2"/>
          <p:cNvGrpSpPr/>
          <p:nvPr/>
        </p:nvGrpSpPr>
        <p:grpSpPr>
          <a:xfrm>
            <a:off x="7460504" y="4636145"/>
            <a:ext cx="882614" cy="184274"/>
            <a:chOff x="7460504" y="4636145"/>
            <a:chExt cx="882614" cy="184274"/>
          </a:xfrm>
        </p:grpSpPr>
        <p:sp>
          <p:nvSpPr>
            <p:cNvPr id="81" name="Google Shape;81;p2"/>
            <p:cNvSpPr/>
            <p:nvPr/>
          </p:nvSpPr>
          <p:spPr>
            <a:xfrm>
              <a:off x="8158777" y="4636145"/>
              <a:ext cx="184341" cy="184274"/>
            </a:xfrm>
            <a:custGeom>
              <a:avLst/>
              <a:gdLst/>
              <a:ahLst/>
              <a:cxnLst/>
              <a:rect l="l" t="t" r="r" b="b"/>
              <a:pathLst>
                <a:path w="2749" h="2748" extrusionOk="0">
                  <a:moveTo>
                    <a:pt x="1374" y="0"/>
                  </a:moveTo>
                  <a:cubicBezTo>
                    <a:pt x="621" y="0"/>
                    <a:pt x="1" y="621"/>
                    <a:pt x="1" y="1374"/>
                  </a:cubicBezTo>
                  <a:cubicBezTo>
                    <a:pt x="1" y="2127"/>
                    <a:pt x="621" y="2748"/>
                    <a:pt x="1374" y="2748"/>
                  </a:cubicBezTo>
                  <a:cubicBezTo>
                    <a:pt x="2128" y="2748"/>
                    <a:pt x="2748" y="2127"/>
                    <a:pt x="2748" y="1374"/>
                  </a:cubicBezTo>
                  <a:cubicBezTo>
                    <a:pt x="2748" y="621"/>
                    <a:pt x="2128" y="0"/>
                    <a:pt x="1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7820068" y="4636145"/>
              <a:ext cx="182799" cy="184274"/>
            </a:xfrm>
            <a:custGeom>
              <a:avLst/>
              <a:gdLst/>
              <a:ahLst/>
              <a:cxnLst/>
              <a:rect l="l" t="t" r="r" b="b"/>
              <a:pathLst>
                <a:path w="2726" h="2748" extrusionOk="0">
                  <a:moveTo>
                    <a:pt x="1352" y="0"/>
                  </a:moveTo>
                  <a:cubicBezTo>
                    <a:pt x="598" y="0"/>
                    <a:pt x="0" y="621"/>
                    <a:pt x="0" y="1374"/>
                  </a:cubicBezTo>
                  <a:cubicBezTo>
                    <a:pt x="0" y="2127"/>
                    <a:pt x="598" y="2748"/>
                    <a:pt x="1352" y="2748"/>
                  </a:cubicBezTo>
                  <a:cubicBezTo>
                    <a:pt x="2105" y="2748"/>
                    <a:pt x="2725" y="2127"/>
                    <a:pt x="2725" y="1374"/>
                  </a:cubicBezTo>
                  <a:cubicBezTo>
                    <a:pt x="2725" y="621"/>
                    <a:pt x="2105" y="0"/>
                    <a:pt x="1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7460504" y="4636145"/>
              <a:ext cx="184274" cy="184274"/>
            </a:xfrm>
            <a:custGeom>
              <a:avLst/>
              <a:gdLst/>
              <a:ahLst/>
              <a:cxnLst/>
              <a:rect l="l" t="t" r="r" b="b"/>
              <a:pathLst>
                <a:path w="2748" h="2748" extrusionOk="0">
                  <a:moveTo>
                    <a:pt x="1374" y="0"/>
                  </a:moveTo>
                  <a:cubicBezTo>
                    <a:pt x="621" y="0"/>
                    <a:pt x="0" y="621"/>
                    <a:pt x="0" y="1374"/>
                  </a:cubicBezTo>
                  <a:cubicBezTo>
                    <a:pt x="0" y="2127"/>
                    <a:pt x="621" y="2748"/>
                    <a:pt x="1374" y="2748"/>
                  </a:cubicBezTo>
                  <a:cubicBezTo>
                    <a:pt x="2127" y="2748"/>
                    <a:pt x="2748" y="2127"/>
                    <a:pt x="2748" y="1374"/>
                  </a:cubicBezTo>
                  <a:cubicBezTo>
                    <a:pt x="2748" y="621"/>
                    <a:pt x="2127" y="0"/>
                    <a:pt x="1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>
            <a:spLocks noGrp="1"/>
          </p:cNvSpPr>
          <p:nvPr>
            <p:ph type="title"/>
          </p:nvPr>
        </p:nvSpPr>
        <p:spPr>
          <a:xfrm>
            <a:off x="3416663" y="1775741"/>
            <a:ext cx="3975600" cy="9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6" name="Google Shape;86;p3"/>
          <p:cNvSpPr txBox="1">
            <a:spLocks noGrp="1"/>
          </p:cNvSpPr>
          <p:nvPr>
            <p:ph type="title" idx="2" hasCustomPrompt="1"/>
          </p:nvPr>
        </p:nvSpPr>
        <p:spPr>
          <a:xfrm>
            <a:off x="1751738" y="1775741"/>
            <a:ext cx="1512600" cy="9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87" name="Google Shape;87;p3"/>
          <p:cNvSpPr txBox="1">
            <a:spLocks noGrp="1"/>
          </p:cNvSpPr>
          <p:nvPr>
            <p:ph type="subTitle" idx="1"/>
          </p:nvPr>
        </p:nvSpPr>
        <p:spPr>
          <a:xfrm>
            <a:off x="1983150" y="3347483"/>
            <a:ext cx="5177700" cy="448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88" name="Google Shape;88;p3"/>
          <p:cNvGrpSpPr/>
          <p:nvPr/>
        </p:nvGrpSpPr>
        <p:grpSpPr>
          <a:xfrm rot="10800000">
            <a:off x="-93950" y="3479039"/>
            <a:ext cx="1794619" cy="937714"/>
            <a:chOff x="7447476" y="612577"/>
            <a:chExt cx="1794619" cy="937714"/>
          </a:xfrm>
        </p:grpSpPr>
        <p:sp>
          <p:nvSpPr>
            <p:cNvPr id="89" name="Google Shape;89;p3"/>
            <p:cNvSpPr/>
            <p:nvPr/>
          </p:nvSpPr>
          <p:spPr>
            <a:xfrm>
              <a:off x="7866602" y="1081065"/>
              <a:ext cx="1375493" cy="469226"/>
            </a:xfrm>
            <a:custGeom>
              <a:avLst/>
              <a:gdLst/>
              <a:ahLst/>
              <a:cxnLst/>
              <a:rect l="l" t="t" r="r" b="b"/>
              <a:pathLst>
                <a:path w="42608" h="14535" extrusionOk="0">
                  <a:moveTo>
                    <a:pt x="4299" y="0"/>
                  </a:moveTo>
                  <a:lnTo>
                    <a:pt x="1" y="4321"/>
                  </a:lnTo>
                  <a:cubicBezTo>
                    <a:pt x="67" y="4365"/>
                    <a:pt x="134" y="4432"/>
                    <a:pt x="200" y="4498"/>
                  </a:cubicBezTo>
                  <a:lnTo>
                    <a:pt x="4432" y="288"/>
                  </a:lnTo>
                  <a:lnTo>
                    <a:pt x="27474" y="288"/>
                  </a:lnTo>
                  <a:lnTo>
                    <a:pt x="41721" y="14535"/>
                  </a:lnTo>
                  <a:lnTo>
                    <a:pt x="42607" y="14535"/>
                  </a:lnTo>
                  <a:lnTo>
                    <a:pt x="42607" y="14269"/>
                  </a:lnTo>
                  <a:lnTo>
                    <a:pt x="41832" y="14269"/>
                  </a:lnTo>
                  <a:lnTo>
                    <a:pt x="27585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7526149" y="694834"/>
              <a:ext cx="1715944" cy="710280"/>
            </a:xfrm>
            <a:custGeom>
              <a:avLst/>
              <a:gdLst/>
              <a:ahLst/>
              <a:cxnLst/>
              <a:rect l="l" t="t" r="r" b="b"/>
              <a:pathLst>
                <a:path w="53154" h="22002" extrusionOk="0">
                  <a:moveTo>
                    <a:pt x="222" y="0"/>
                  </a:moveTo>
                  <a:cubicBezTo>
                    <a:pt x="155" y="89"/>
                    <a:pt x="89" y="133"/>
                    <a:pt x="0" y="199"/>
                  </a:cubicBezTo>
                  <a:lnTo>
                    <a:pt x="8929" y="9106"/>
                  </a:lnTo>
                  <a:lnTo>
                    <a:pt x="40258" y="9106"/>
                  </a:lnTo>
                  <a:lnTo>
                    <a:pt x="53153" y="22001"/>
                  </a:lnTo>
                  <a:lnTo>
                    <a:pt x="53153" y="21625"/>
                  </a:lnTo>
                  <a:lnTo>
                    <a:pt x="40369" y="8840"/>
                  </a:lnTo>
                  <a:lnTo>
                    <a:pt x="9040" y="8840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7447476" y="612577"/>
              <a:ext cx="98010" cy="98720"/>
            </a:xfrm>
            <a:custGeom>
              <a:avLst/>
              <a:gdLst/>
              <a:ahLst/>
              <a:cxnLst/>
              <a:rect l="l" t="t" r="r" b="b"/>
              <a:pathLst>
                <a:path w="3036" h="3058" extrusionOk="0">
                  <a:moveTo>
                    <a:pt x="1529" y="288"/>
                  </a:move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20" y="2792"/>
                    <a:pt x="266" y="2216"/>
                    <a:pt x="266" y="1529"/>
                  </a:cubicBezTo>
                  <a:cubicBezTo>
                    <a:pt x="266" y="842"/>
                    <a:pt x="820" y="288"/>
                    <a:pt x="1529" y="288"/>
                  </a:cubicBezTo>
                  <a:close/>
                  <a:moveTo>
                    <a:pt x="1529" y="0"/>
                  </a:moveTo>
                  <a:cubicBezTo>
                    <a:pt x="687" y="0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1861" y="3058"/>
                    <a:pt x="2193" y="2947"/>
                    <a:pt x="2437" y="2747"/>
                  </a:cubicBezTo>
                  <a:lnTo>
                    <a:pt x="2260" y="2570"/>
                  </a:lnTo>
                  <a:lnTo>
                    <a:pt x="2459" y="2371"/>
                  </a:lnTo>
                  <a:lnTo>
                    <a:pt x="2637" y="2548"/>
                  </a:lnTo>
                  <a:cubicBezTo>
                    <a:pt x="2902" y="2282"/>
                    <a:pt x="3035" y="1928"/>
                    <a:pt x="3035" y="1529"/>
                  </a:cubicBezTo>
                  <a:cubicBezTo>
                    <a:pt x="3035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7786509" y="1209098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288"/>
                  </a:move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42" y="2792"/>
                    <a:pt x="266" y="2216"/>
                    <a:pt x="266" y="1529"/>
                  </a:cubicBezTo>
                  <a:cubicBezTo>
                    <a:pt x="266" y="842"/>
                    <a:pt x="842" y="288"/>
                    <a:pt x="1529" y="288"/>
                  </a:cubicBezTo>
                  <a:close/>
                  <a:moveTo>
                    <a:pt x="1529" y="0"/>
                  </a:moveTo>
                  <a:cubicBezTo>
                    <a:pt x="687" y="0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1153"/>
                    <a:pt x="2903" y="798"/>
                    <a:pt x="2681" y="532"/>
                  </a:cubicBezTo>
                  <a:lnTo>
                    <a:pt x="2548" y="665"/>
                  </a:lnTo>
                  <a:lnTo>
                    <a:pt x="2371" y="466"/>
                  </a:lnTo>
                  <a:lnTo>
                    <a:pt x="2482" y="355"/>
                  </a:lnTo>
                  <a:cubicBezTo>
                    <a:pt x="2216" y="133"/>
                    <a:pt x="1883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" name="Google Shape;93;p3"/>
          <p:cNvGrpSpPr/>
          <p:nvPr/>
        </p:nvGrpSpPr>
        <p:grpSpPr>
          <a:xfrm rot="10800000">
            <a:off x="-93953" y="4641087"/>
            <a:ext cx="878375" cy="275404"/>
            <a:chOff x="8363724" y="112839"/>
            <a:chExt cx="878375" cy="275404"/>
          </a:xfrm>
        </p:grpSpPr>
        <p:grpSp>
          <p:nvGrpSpPr>
            <p:cNvPr id="94" name="Google Shape;94;p3"/>
            <p:cNvGrpSpPr/>
            <p:nvPr/>
          </p:nvGrpSpPr>
          <p:grpSpPr>
            <a:xfrm>
              <a:off x="8363724" y="112839"/>
              <a:ext cx="878375" cy="275404"/>
              <a:chOff x="6611124" y="570039"/>
              <a:chExt cx="878375" cy="275404"/>
            </a:xfrm>
          </p:grpSpPr>
          <p:sp>
            <p:nvSpPr>
              <p:cNvPr id="95" name="Google Shape;95;p3"/>
              <p:cNvSpPr/>
              <p:nvPr/>
            </p:nvSpPr>
            <p:spPr>
              <a:xfrm>
                <a:off x="6675495" y="570039"/>
                <a:ext cx="814003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25215" h="6050" extrusionOk="0">
                    <a:moveTo>
                      <a:pt x="5916" y="1"/>
                    </a:moveTo>
                    <a:lnTo>
                      <a:pt x="0" y="5894"/>
                    </a:lnTo>
                    <a:cubicBezTo>
                      <a:pt x="89" y="5938"/>
                      <a:pt x="178" y="5983"/>
                      <a:pt x="244" y="6049"/>
                    </a:cubicBezTo>
                    <a:lnTo>
                      <a:pt x="6027" y="266"/>
                    </a:lnTo>
                    <a:lnTo>
                      <a:pt x="25214" y="266"/>
                    </a:lnTo>
                    <a:lnTo>
                      <a:pt x="2521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6611124" y="755310"/>
                <a:ext cx="89423" cy="90133"/>
              </a:xfrm>
              <a:custGeom>
                <a:avLst/>
                <a:gdLst/>
                <a:ahLst/>
                <a:cxnLst/>
                <a:rect l="l" t="t" r="r" b="b"/>
                <a:pathLst>
                  <a:path w="2770" h="2792" extrusionOk="0">
                    <a:moveTo>
                      <a:pt x="1374" y="0"/>
                    </a:moveTo>
                    <a:cubicBezTo>
                      <a:pt x="621" y="0"/>
                      <a:pt x="0" y="620"/>
                      <a:pt x="0" y="1396"/>
                    </a:cubicBezTo>
                    <a:cubicBezTo>
                      <a:pt x="0" y="2171"/>
                      <a:pt x="621" y="2792"/>
                      <a:pt x="1374" y="2792"/>
                    </a:cubicBezTo>
                    <a:cubicBezTo>
                      <a:pt x="2149" y="2792"/>
                      <a:pt x="2770" y="2171"/>
                      <a:pt x="2770" y="1396"/>
                    </a:cubicBezTo>
                    <a:cubicBezTo>
                      <a:pt x="2770" y="953"/>
                      <a:pt x="2570" y="576"/>
                      <a:pt x="2238" y="310"/>
                    </a:cubicBezTo>
                    <a:lnTo>
                      <a:pt x="2083" y="487"/>
                    </a:lnTo>
                    <a:lnTo>
                      <a:pt x="1884" y="288"/>
                    </a:lnTo>
                    <a:lnTo>
                      <a:pt x="1994" y="155"/>
                    </a:lnTo>
                    <a:cubicBezTo>
                      <a:pt x="1817" y="66"/>
                      <a:pt x="1596" y="0"/>
                      <a:pt x="13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" name="Google Shape;97;p3"/>
            <p:cNvSpPr/>
            <p:nvPr/>
          </p:nvSpPr>
          <p:spPr>
            <a:xfrm>
              <a:off x="8424512" y="303114"/>
              <a:ext cx="11493" cy="10750"/>
            </a:xfrm>
            <a:custGeom>
              <a:avLst/>
              <a:gdLst/>
              <a:ahLst/>
              <a:cxnLst/>
              <a:rect l="l" t="t" r="r" b="b"/>
              <a:pathLst>
                <a:path w="356" h="333" extrusionOk="0">
                  <a:moveTo>
                    <a:pt x="111" y="0"/>
                  </a:moveTo>
                  <a:lnTo>
                    <a:pt x="1" y="133"/>
                  </a:lnTo>
                  <a:lnTo>
                    <a:pt x="200" y="332"/>
                  </a:lnTo>
                  <a:lnTo>
                    <a:pt x="355" y="155"/>
                  </a:lnTo>
                  <a:cubicBezTo>
                    <a:pt x="289" y="89"/>
                    <a:pt x="200" y="44"/>
                    <a:pt x="111" y="0"/>
                  </a:cubicBezTo>
                  <a:close/>
                </a:path>
              </a:pathLst>
            </a:custGeom>
            <a:solidFill>
              <a:srgbClr val="FF4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" name="Google Shape;98;p3"/>
          <p:cNvGrpSpPr/>
          <p:nvPr/>
        </p:nvGrpSpPr>
        <p:grpSpPr>
          <a:xfrm rot="10800000">
            <a:off x="-93948" y="4383287"/>
            <a:ext cx="1626382" cy="472696"/>
            <a:chOff x="7615712" y="156599"/>
            <a:chExt cx="1626382" cy="472696"/>
          </a:xfrm>
        </p:grpSpPr>
        <p:sp>
          <p:nvSpPr>
            <p:cNvPr id="99" name="Google Shape;99;p3"/>
            <p:cNvSpPr/>
            <p:nvPr/>
          </p:nvSpPr>
          <p:spPr>
            <a:xfrm>
              <a:off x="7677781" y="212980"/>
              <a:ext cx="1564313" cy="416315"/>
            </a:xfrm>
            <a:custGeom>
              <a:avLst/>
              <a:gdLst/>
              <a:ahLst/>
              <a:cxnLst/>
              <a:rect l="l" t="t" r="r" b="b"/>
              <a:pathLst>
                <a:path w="48457" h="12896" extrusionOk="0">
                  <a:moveTo>
                    <a:pt x="576" y="0"/>
                  </a:moveTo>
                  <a:cubicBezTo>
                    <a:pt x="421" y="244"/>
                    <a:pt x="222" y="444"/>
                    <a:pt x="0" y="599"/>
                  </a:cubicBezTo>
                  <a:lnTo>
                    <a:pt x="12275" y="12895"/>
                  </a:lnTo>
                  <a:lnTo>
                    <a:pt x="43582" y="12895"/>
                  </a:lnTo>
                  <a:lnTo>
                    <a:pt x="48456" y="8021"/>
                  </a:lnTo>
                  <a:lnTo>
                    <a:pt x="48456" y="6847"/>
                  </a:lnTo>
                  <a:lnTo>
                    <a:pt x="43227" y="12053"/>
                  </a:lnTo>
                  <a:lnTo>
                    <a:pt x="12629" y="12053"/>
                  </a:lnTo>
                  <a:lnTo>
                    <a:pt x="5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7615712" y="156599"/>
              <a:ext cx="98010" cy="98720"/>
            </a:xfrm>
            <a:custGeom>
              <a:avLst/>
              <a:gdLst/>
              <a:ahLst/>
              <a:cxnLst/>
              <a:rect l="l" t="t" r="r" b="b"/>
              <a:pathLst>
                <a:path w="3036" h="3058" extrusionOk="0">
                  <a:moveTo>
                    <a:pt x="1529" y="288"/>
                  </a:move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20" y="2792"/>
                    <a:pt x="266" y="2216"/>
                    <a:pt x="266" y="1529"/>
                  </a:cubicBezTo>
                  <a:cubicBezTo>
                    <a:pt x="266" y="842"/>
                    <a:pt x="820" y="288"/>
                    <a:pt x="1529" y="288"/>
                  </a:cubicBezTo>
                  <a:close/>
                  <a:moveTo>
                    <a:pt x="1529" y="0"/>
                  </a:moveTo>
                  <a:cubicBezTo>
                    <a:pt x="687" y="0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1861" y="3058"/>
                    <a:pt x="2193" y="2947"/>
                    <a:pt x="2437" y="2747"/>
                  </a:cubicBezTo>
                  <a:lnTo>
                    <a:pt x="2260" y="2570"/>
                  </a:lnTo>
                  <a:lnTo>
                    <a:pt x="2459" y="2371"/>
                  </a:lnTo>
                  <a:lnTo>
                    <a:pt x="2637" y="2548"/>
                  </a:lnTo>
                  <a:cubicBezTo>
                    <a:pt x="2902" y="2282"/>
                    <a:pt x="3035" y="1928"/>
                    <a:pt x="3035" y="1529"/>
                  </a:cubicBezTo>
                  <a:cubicBezTo>
                    <a:pt x="3035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" name="Google Shape;101;p3"/>
          <p:cNvGrpSpPr/>
          <p:nvPr/>
        </p:nvGrpSpPr>
        <p:grpSpPr>
          <a:xfrm>
            <a:off x="6818051" y="4453801"/>
            <a:ext cx="1180669" cy="249201"/>
            <a:chOff x="3186414" y="611522"/>
            <a:chExt cx="803285" cy="169548"/>
          </a:xfrm>
        </p:grpSpPr>
        <p:sp>
          <p:nvSpPr>
            <p:cNvPr id="102" name="Google Shape;102;p3"/>
            <p:cNvSpPr/>
            <p:nvPr/>
          </p:nvSpPr>
          <p:spPr>
            <a:xfrm>
              <a:off x="3186414" y="611522"/>
              <a:ext cx="803285" cy="169548"/>
            </a:xfrm>
            <a:custGeom>
              <a:avLst/>
              <a:gdLst/>
              <a:ahLst/>
              <a:cxnLst/>
              <a:rect l="l" t="t" r="r" b="b"/>
              <a:pathLst>
                <a:path w="24883" h="5252" extrusionOk="0">
                  <a:moveTo>
                    <a:pt x="2194" y="1"/>
                  </a:moveTo>
                  <a:lnTo>
                    <a:pt x="1" y="2349"/>
                  </a:lnTo>
                  <a:lnTo>
                    <a:pt x="1" y="5252"/>
                  </a:lnTo>
                  <a:lnTo>
                    <a:pt x="24882" y="5252"/>
                  </a:lnTo>
                  <a:lnTo>
                    <a:pt x="248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3537618" y="670180"/>
              <a:ext cx="55106" cy="55106"/>
            </a:xfrm>
            <a:custGeom>
              <a:avLst/>
              <a:gdLst/>
              <a:ahLst/>
              <a:cxnLst/>
              <a:rect l="l" t="t" r="r" b="b"/>
              <a:pathLst>
                <a:path w="1707" h="1707" extrusionOk="0">
                  <a:moveTo>
                    <a:pt x="865" y="0"/>
                  </a:moveTo>
                  <a:cubicBezTo>
                    <a:pt x="377" y="0"/>
                    <a:pt x="1" y="377"/>
                    <a:pt x="1" y="842"/>
                  </a:cubicBezTo>
                  <a:cubicBezTo>
                    <a:pt x="1" y="1308"/>
                    <a:pt x="377" y="1706"/>
                    <a:pt x="865" y="1706"/>
                  </a:cubicBezTo>
                  <a:cubicBezTo>
                    <a:pt x="1330" y="1706"/>
                    <a:pt x="1707" y="1308"/>
                    <a:pt x="1707" y="842"/>
                  </a:cubicBezTo>
                  <a:cubicBezTo>
                    <a:pt x="1707" y="377"/>
                    <a:pt x="1330" y="0"/>
                    <a:pt x="8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3456072" y="670180"/>
              <a:ext cx="55106" cy="55106"/>
            </a:xfrm>
            <a:custGeom>
              <a:avLst/>
              <a:gdLst/>
              <a:ahLst/>
              <a:cxnLst/>
              <a:rect l="l" t="t" r="r" b="b"/>
              <a:pathLst>
                <a:path w="1707" h="1707" extrusionOk="0">
                  <a:moveTo>
                    <a:pt x="865" y="0"/>
                  </a:moveTo>
                  <a:cubicBezTo>
                    <a:pt x="400" y="0"/>
                    <a:pt x="1" y="377"/>
                    <a:pt x="1" y="842"/>
                  </a:cubicBezTo>
                  <a:cubicBezTo>
                    <a:pt x="1" y="1308"/>
                    <a:pt x="400" y="1706"/>
                    <a:pt x="865" y="1706"/>
                  </a:cubicBezTo>
                  <a:cubicBezTo>
                    <a:pt x="1330" y="1706"/>
                    <a:pt x="1707" y="1308"/>
                    <a:pt x="1707" y="842"/>
                  </a:cubicBezTo>
                  <a:cubicBezTo>
                    <a:pt x="1707" y="377"/>
                    <a:pt x="1330" y="0"/>
                    <a:pt x="8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3374526" y="670180"/>
              <a:ext cx="55106" cy="55106"/>
            </a:xfrm>
            <a:custGeom>
              <a:avLst/>
              <a:gdLst/>
              <a:ahLst/>
              <a:cxnLst/>
              <a:rect l="l" t="t" r="r" b="b"/>
              <a:pathLst>
                <a:path w="1707" h="1707" extrusionOk="0">
                  <a:moveTo>
                    <a:pt x="865" y="0"/>
                  </a:moveTo>
                  <a:cubicBezTo>
                    <a:pt x="400" y="0"/>
                    <a:pt x="1" y="377"/>
                    <a:pt x="1" y="842"/>
                  </a:cubicBezTo>
                  <a:cubicBezTo>
                    <a:pt x="1" y="1308"/>
                    <a:pt x="400" y="1706"/>
                    <a:pt x="865" y="1706"/>
                  </a:cubicBezTo>
                  <a:cubicBezTo>
                    <a:pt x="1330" y="1706"/>
                    <a:pt x="1707" y="1308"/>
                    <a:pt x="1707" y="842"/>
                  </a:cubicBezTo>
                  <a:cubicBezTo>
                    <a:pt x="1707" y="377"/>
                    <a:pt x="1330" y="0"/>
                    <a:pt x="8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3511146" y="693069"/>
              <a:ext cx="26504" cy="8619"/>
            </a:xfrm>
            <a:custGeom>
              <a:avLst/>
              <a:gdLst/>
              <a:ahLst/>
              <a:cxnLst/>
              <a:rect l="l" t="t" r="r" b="b"/>
              <a:pathLst>
                <a:path w="821" h="267" extrusionOk="0">
                  <a:moveTo>
                    <a:pt x="1" y="0"/>
                  </a:moveTo>
                  <a:lnTo>
                    <a:pt x="1" y="266"/>
                  </a:lnTo>
                  <a:lnTo>
                    <a:pt x="821" y="266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3429600" y="693069"/>
              <a:ext cx="26504" cy="8619"/>
            </a:xfrm>
            <a:custGeom>
              <a:avLst/>
              <a:gdLst/>
              <a:ahLst/>
              <a:cxnLst/>
              <a:rect l="l" t="t" r="r" b="b"/>
              <a:pathLst>
                <a:path w="821" h="267" extrusionOk="0">
                  <a:moveTo>
                    <a:pt x="1" y="0"/>
                  </a:moveTo>
                  <a:lnTo>
                    <a:pt x="1" y="266"/>
                  </a:lnTo>
                  <a:lnTo>
                    <a:pt x="821" y="266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3589819" y="693069"/>
              <a:ext cx="27214" cy="8619"/>
            </a:xfrm>
            <a:custGeom>
              <a:avLst/>
              <a:gdLst/>
              <a:ahLst/>
              <a:cxnLst/>
              <a:rect l="l" t="t" r="r" b="b"/>
              <a:pathLst>
                <a:path w="843" h="267" extrusionOk="0">
                  <a:moveTo>
                    <a:pt x="1" y="0"/>
                  </a:moveTo>
                  <a:lnTo>
                    <a:pt x="1" y="266"/>
                  </a:lnTo>
                  <a:lnTo>
                    <a:pt x="843" y="26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3"/>
          <p:cNvGrpSpPr/>
          <p:nvPr/>
        </p:nvGrpSpPr>
        <p:grpSpPr>
          <a:xfrm>
            <a:off x="2747600" y="4525471"/>
            <a:ext cx="793250" cy="225666"/>
            <a:chOff x="5021550" y="4713050"/>
            <a:chExt cx="793250" cy="225666"/>
          </a:xfrm>
        </p:grpSpPr>
        <p:sp>
          <p:nvSpPr>
            <p:cNvPr id="110" name="Google Shape;110;p3"/>
            <p:cNvSpPr/>
            <p:nvPr/>
          </p:nvSpPr>
          <p:spPr>
            <a:xfrm>
              <a:off x="5754173" y="4713050"/>
              <a:ext cx="60628" cy="225666"/>
            </a:xfrm>
            <a:custGeom>
              <a:avLst/>
              <a:gdLst/>
              <a:ahLst/>
              <a:cxnLst/>
              <a:rect l="l" t="t" r="r" b="b"/>
              <a:pathLst>
                <a:path w="1619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18" y="602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632206" y="4713050"/>
              <a:ext cx="60628" cy="225666"/>
            </a:xfrm>
            <a:custGeom>
              <a:avLst/>
              <a:gdLst/>
              <a:ahLst/>
              <a:cxnLst/>
              <a:rect l="l" t="t" r="r" b="b"/>
              <a:pathLst>
                <a:path w="1619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18" y="602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5510240" y="4713050"/>
              <a:ext cx="60628" cy="225666"/>
            </a:xfrm>
            <a:custGeom>
              <a:avLst/>
              <a:gdLst/>
              <a:ahLst/>
              <a:cxnLst/>
              <a:rect l="l" t="t" r="r" b="b"/>
              <a:pathLst>
                <a:path w="1619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18" y="602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5388273" y="4713050"/>
              <a:ext cx="60628" cy="225666"/>
            </a:xfrm>
            <a:custGeom>
              <a:avLst/>
              <a:gdLst/>
              <a:ahLst/>
              <a:cxnLst/>
              <a:rect l="l" t="t" r="r" b="b"/>
              <a:pathLst>
                <a:path w="1619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18" y="602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5265483" y="4713050"/>
              <a:ext cx="61451" cy="225666"/>
            </a:xfrm>
            <a:custGeom>
              <a:avLst/>
              <a:gdLst/>
              <a:ahLst/>
              <a:cxnLst/>
              <a:rect l="l" t="t" r="r" b="b"/>
              <a:pathLst>
                <a:path w="1641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40" y="6027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5143516" y="4713050"/>
              <a:ext cx="61451" cy="225666"/>
            </a:xfrm>
            <a:custGeom>
              <a:avLst/>
              <a:gdLst/>
              <a:ahLst/>
              <a:cxnLst/>
              <a:rect l="l" t="t" r="r" b="b"/>
              <a:pathLst>
                <a:path w="1641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40" y="6027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5021550" y="4713050"/>
              <a:ext cx="61451" cy="225666"/>
            </a:xfrm>
            <a:custGeom>
              <a:avLst/>
              <a:gdLst/>
              <a:ahLst/>
              <a:cxnLst/>
              <a:rect l="l" t="t" r="r" b="b"/>
              <a:pathLst>
                <a:path w="1641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40" y="6027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3"/>
          <p:cNvGrpSpPr/>
          <p:nvPr/>
        </p:nvGrpSpPr>
        <p:grpSpPr>
          <a:xfrm>
            <a:off x="4840589" y="4276281"/>
            <a:ext cx="819137" cy="1183093"/>
            <a:chOff x="4312241" y="155173"/>
            <a:chExt cx="711736" cy="1027883"/>
          </a:xfrm>
        </p:grpSpPr>
        <p:sp>
          <p:nvSpPr>
            <p:cNvPr id="118" name="Google Shape;118;p3"/>
            <p:cNvSpPr/>
            <p:nvPr/>
          </p:nvSpPr>
          <p:spPr>
            <a:xfrm>
              <a:off x="4714225" y="243176"/>
              <a:ext cx="251803" cy="689522"/>
            </a:xfrm>
            <a:custGeom>
              <a:avLst/>
              <a:gdLst/>
              <a:ahLst/>
              <a:cxnLst/>
              <a:rect l="l" t="t" r="r" b="b"/>
              <a:pathLst>
                <a:path w="7800" h="21359" extrusionOk="0">
                  <a:moveTo>
                    <a:pt x="7600" y="0"/>
                  </a:moveTo>
                  <a:lnTo>
                    <a:pt x="1" y="7600"/>
                  </a:lnTo>
                  <a:lnTo>
                    <a:pt x="1" y="21359"/>
                  </a:lnTo>
                  <a:lnTo>
                    <a:pt x="267" y="21359"/>
                  </a:lnTo>
                  <a:lnTo>
                    <a:pt x="267" y="7733"/>
                  </a:lnTo>
                  <a:lnTo>
                    <a:pt x="7800" y="200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4948113" y="190942"/>
              <a:ext cx="75864" cy="75154"/>
            </a:xfrm>
            <a:custGeom>
              <a:avLst/>
              <a:gdLst/>
              <a:ahLst/>
              <a:cxnLst/>
              <a:rect l="l" t="t" r="r" b="b"/>
              <a:pathLst>
                <a:path w="2350" h="2328" extrusionOk="0">
                  <a:moveTo>
                    <a:pt x="1175" y="267"/>
                  </a:moveTo>
                  <a:cubicBezTo>
                    <a:pt x="1663" y="267"/>
                    <a:pt x="2061" y="665"/>
                    <a:pt x="2061" y="1175"/>
                  </a:cubicBezTo>
                  <a:cubicBezTo>
                    <a:pt x="2061" y="1662"/>
                    <a:pt x="1663" y="2061"/>
                    <a:pt x="1175" y="2061"/>
                  </a:cubicBezTo>
                  <a:cubicBezTo>
                    <a:pt x="666" y="2061"/>
                    <a:pt x="267" y="1662"/>
                    <a:pt x="267" y="1175"/>
                  </a:cubicBezTo>
                  <a:cubicBezTo>
                    <a:pt x="267" y="665"/>
                    <a:pt x="666" y="267"/>
                    <a:pt x="1175" y="267"/>
                  </a:cubicBezTo>
                  <a:close/>
                  <a:moveTo>
                    <a:pt x="1175" y="1"/>
                  </a:moveTo>
                  <a:cubicBezTo>
                    <a:pt x="533" y="1"/>
                    <a:pt x="1" y="510"/>
                    <a:pt x="1" y="1175"/>
                  </a:cubicBezTo>
                  <a:cubicBezTo>
                    <a:pt x="1" y="1818"/>
                    <a:pt x="533" y="2327"/>
                    <a:pt x="1175" y="2327"/>
                  </a:cubicBezTo>
                  <a:cubicBezTo>
                    <a:pt x="1818" y="2327"/>
                    <a:pt x="2349" y="1818"/>
                    <a:pt x="2349" y="1175"/>
                  </a:cubicBezTo>
                  <a:cubicBezTo>
                    <a:pt x="2349" y="510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680619" y="926957"/>
              <a:ext cx="75832" cy="75864"/>
            </a:xfrm>
            <a:custGeom>
              <a:avLst/>
              <a:gdLst/>
              <a:ahLst/>
              <a:cxnLst/>
              <a:rect l="l" t="t" r="r" b="b"/>
              <a:pathLst>
                <a:path w="2349" h="2350" extrusionOk="0">
                  <a:moveTo>
                    <a:pt x="1175" y="289"/>
                  </a:moveTo>
                  <a:cubicBezTo>
                    <a:pt x="1662" y="289"/>
                    <a:pt x="2061" y="687"/>
                    <a:pt x="2061" y="1175"/>
                  </a:cubicBezTo>
                  <a:cubicBezTo>
                    <a:pt x="2061" y="1662"/>
                    <a:pt x="1662" y="2061"/>
                    <a:pt x="1175" y="2061"/>
                  </a:cubicBezTo>
                  <a:cubicBezTo>
                    <a:pt x="687" y="2061"/>
                    <a:pt x="288" y="1662"/>
                    <a:pt x="288" y="1175"/>
                  </a:cubicBezTo>
                  <a:cubicBezTo>
                    <a:pt x="288" y="687"/>
                    <a:pt x="687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2" y="1"/>
                    <a:pt x="0" y="532"/>
                    <a:pt x="0" y="1175"/>
                  </a:cubicBezTo>
                  <a:cubicBezTo>
                    <a:pt x="0" y="1817"/>
                    <a:pt x="532" y="2349"/>
                    <a:pt x="1175" y="2349"/>
                  </a:cubicBezTo>
                  <a:cubicBezTo>
                    <a:pt x="1817" y="2349"/>
                    <a:pt x="2349" y="1817"/>
                    <a:pt x="2349" y="1175"/>
                  </a:cubicBezTo>
                  <a:cubicBezTo>
                    <a:pt x="2349" y="532"/>
                    <a:pt x="1817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521110" y="221708"/>
              <a:ext cx="252514" cy="803996"/>
            </a:xfrm>
            <a:custGeom>
              <a:avLst/>
              <a:gdLst/>
              <a:ahLst/>
              <a:cxnLst/>
              <a:rect l="l" t="t" r="r" b="b"/>
              <a:pathLst>
                <a:path w="7822" h="24905" extrusionOk="0">
                  <a:moveTo>
                    <a:pt x="7622" y="0"/>
                  </a:moveTo>
                  <a:lnTo>
                    <a:pt x="1" y="7600"/>
                  </a:lnTo>
                  <a:lnTo>
                    <a:pt x="1" y="24904"/>
                  </a:lnTo>
                  <a:lnTo>
                    <a:pt x="289" y="24904"/>
                  </a:lnTo>
                  <a:lnTo>
                    <a:pt x="289" y="7733"/>
                  </a:lnTo>
                  <a:lnTo>
                    <a:pt x="7822" y="200"/>
                  </a:lnTo>
                  <a:lnTo>
                    <a:pt x="762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4754998" y="169507"/>
              <a:ext cx="75864" cy="75121"/>
            </a:xfrm>
            <a:custGeom>
              <a:avLst/>
              <a:gdLst/>
              <a:ahLst/>
              <a:cxnLst/>
              <a:rect l="l" t="t" r="r" b="b"/>
              <a:pathLst>
                <a:path w="2350" h="2327" extrusionOk="0">
                  <a:moveTo>
                    <a:pt x="1175" y="266"/>
                  </a:moveTo>
                  <a:cubicBezTo>
                    <a:pt x="1662" y="266"/>
                    <a:pt x="2083" y="665"/>
                    <a:pt x="2083" y="1174"/>
                  </a:cubicBezTo>
                  <a:cubicBezTo>
                    <a:pt x="2083" y="1662"/>
                    <a:pt x="1662" y="2061"/>
                    <a:pt x="1175" y="2061"/>
                  </a:cubicBezTo>
                  <a:cubicBezTo>
                    <a:pt x="687" y="2061"/>
                    <a:pt x="289" y="1662"/>
                    <a:pt x="289" y="1174"/>
                  </a:cubicBezTo>
                  <a:cubicBezTo>
                    <a:pt x="289" y="665"/>
                    <a:pt x="687" y="266"/>
                    <a:pt x="1175" y="266"/>
                  </a:cubicBezTo>
                  <a:close/>
                  <a:moveTo>
                    <a:pt x="1175" y="0"/>
                  </a:moveTo>
                  <a:cubicBezTo>
                    <a:pt x="532" y="0"/>
                    <a:pt x="1" y="510"/>
                    <a:pt x="1" y="1174"/>
                  </a:cubicBezTo>
                  <a:cubicBezTo>
                    <a:pt x="1" y="1817"/>
                    <a:pt x="532" y="2326"/>
                    <a:pt x="1175" y="2326"/>
                  </a:cubicBezTo>
                  <a:cubicBezTo>
                    <a:pt x="1817" y="2326"/>
                    <a:pt x="2349" y="1817"/>
                    <a:pt x="2349" y="1174"/>
                  </a:cubicBezTo>
                  <a:cubicBezTo>
                    <a:pt x="2349" y="510"/>
                    <a:pt x="1817" y="0"/>
                    <a:pt x="117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4488214" y="1019932"/>
              <a:ext cx="75121" cy="75864"/>
            </a:xfrm>
            <a:custGeom>
              <a:avLst/>
              <a:gdLst/>
              <a:ahLst/>
              <a:cxnLst/>
              <a:rect l="l" t="t" r="r" b="b"/>
              <a:pathLst>
                <a:path w="2327" h="2350" extrusionOk="0">
                  <a:moveTo>
                    <a:pt x="1152" y="289"/>
                  </a:moveTo>
                  <a:cubicBezTo>
                    <a:pt x="1662" y="289"/>
                    <a:pt x="2061" y="688"/>
                    <a:pt x="2061" y="1175"/>
                  </a:cubicBezTo>
                  <a:cubicBezTo>
                    <a:pt x="2061" y="1663"/>
                    <a:pt x="1662" y="2061"/>
                    <a:pt x="1152" y="2061"/>
                  </a:cubicBezTo>
                  <a:cubicBezTo>
                    <a:pt x="665" y="2061"/>
                    <a:pt x="266" y="1663"/>
                    <a:pt x="266" y="1175"/>
                  </a:cubicBezTo>
                  <a:cubicBezTo>
                    <a:pt x="266" y="688"/>
                    <a:pt x="665" y="289"/>
                    <a:pt x="1152" y="289"/>
                  </a:cubicBezTo>
                  <a:close/>
                  <a:moveTo>
                    <a:pt x="1152" y="1"/>
                  </a:moveTo>
                  <a:cubicBezTo>
                    <a:pt x="510" y="1"/>
                    <a:pt x="0" y="533"/>
                    <a:pt x="0" y="1175"/>
                  </a:cubicBezTo>
                  <a:cubicBezTo>
                    <a:pt x="0" y="1818"/>
                    <a:pt x="510" y="2349"/>
                    <a:pt x="1152" y="2349"/>
                  </a:cubicBezTo>
                  <a:cubicBezTo>
                    <a:pt x="1817" y="2349"/>
                    <a:pt x="2327" y="1818"/>
                    <a:pt x="2327" y="1175"/>
                  </a:cubicBezTo>
                  <a:cubicBezTo>
                    <a:pt x="2327" y="533"/>
                    <a:pt x="1817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4343006" y="208117"/>
              <a:ext cx="251804" cy="906977"/>
            </a:xfrm>
            <a:custGeom>
              <a:avLst/>
              <a:gdLst/>
              <a:ahLst/>
              <a:cxnLst/>
              <a:rect l="l" t="t" r="r" b="b"/>
              <a:pathLst>
                <a:path w="7800" h="28095" extrusionOk="0">
                  <a:moveTo>
                    <a:pt x="7600" y="0"/>
                  </a:moveTo>
                  <a:lnTo>
                    <a:pt x="1" y="7600"/>
                  </a:lnTo>
                  <a:lnTo>
                    <a:pt x="1" y="28095"/>
                  </a:lnTo>
                  <a:lnTo>
                    <a:pt x="289" y="28095"/>
                  </a:lnTo>
                  <a:lnTo>
                    <a:pt x="289" y="7711"/>
                  </a:lnTo>
                  <a:lnTo>
                    <a:pt x="7800" y="200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4576894" y="155173"/>
              <a:ext cx="75864" cy="75864"/>
            </a:xfrm>
            <a:custGeom>
              <a:avLst/>
              <a:gdLst/>
              <a:ahLst/>
              <a:cxnLst/>
              <a:rect l="l" t="t" r="r" b="b"/>
              <a:pathLst>
                <a:path w="2350" h="2350" extrusionOk="0">
                  <a:moveTo>
                    <a:pt x="1175" y="289"/>
                  </a:moveTo>
                  <a:cubicBezTo>
                    <a:pt x="1662" y="289"/>
                    <a:pt x="2061" y="688"/>
                    <a:pt x="2061" y="1175"/>
                  </a:cubicBezTo>
                  <a:cubicBezTo>
                    <a:pt x="2061" y="1663"/>
                    <a:pt x="1662" y="2084"/>
                    <a:pt x="1175" y="2084"/>
                  </a:cubicBezTo>
                  <a:cubicBezTo>
                    <a:pt x="688" y="2084"/>
                    <a:pt x="267" y="1663"/>
                    <a:pt x="267" y="1175"/>
                  </a:cubicBezTo>
                  <a:cubicBezTo>
                    <a:pt x="267" y="688"/>
                    <a:pt x="688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2" y="1"/>
                    <a:pt x="1" y="533"/>
                    <a:pt x="1" y="1175"/>
                  </a:cubicBezTo>
                  <a:cubicBezTo>
                    <a:pt x="1" y="1818"/>
                    <a:pt x="532" y="2349"/>
                    <a:pt x="1175" y="2349"/>
                  </a:cubicBezTo>
                  <a:cubicBezTo>
                    <a:pt x="1818" y="2349"/>
                    <a:pt x="2349" y="1818"/>
                    <a:pt x="2349" y="1175"/>
                  </a:cubicBezTo>
                  <a:cubicBezTo>
                    <a:pt x="2349" y="533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4312241" y="1107192"/>
              <a:ext cx="75864" cy="75864"/>
            </a:xfrm>
            <a:custGeom>
              <a:avLst/>
              <a:gdLst/>
              <a:ahLst/>
              <a:cxnLst/>
              <a:rect l="l" t="t" r="r" b="b"/>
              <a:pathLst>
                <a:path w="2350" h="2350" extrusionOk="0">
                  <a:moveTo>
                    <a:pt x="1175" y="289"/>
                  </a:moveTo>
                  <a:cubicBezTo>
                    <a:pt x="1685" y="289"/>
                    <a:pt x="2084" y="688"/>
                    <a:pt x="2084" y="1175"/>
                  </a:cubicBezTo>
                  <a:cubicBezTo>
                    <a:pt x="2084" y="1685"/>
                    <a:pt x="1685" y="2084"/>
                    <a:pt x="1175" y="2084"/>
                  </a:cubicBezTo>
                  <a:cubicBezTo>
                    <a:pt x="688" y="2084"/>
                    <a:pt x="289" y="1685"/>
                    <a:pt x="289" y="1175"/>
                  </a:cubicBezTo>
                  <a:cubicBezTo>
                    <a:pt x="289" y="688"/>
                    <a:pt x="688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3" y="1"/>
                    <a:pt x="1" y="533"/>
                    <a:pt x="1" y="1175"/>
                  </a:cubicBezTo>
                  <a:cubicBezTo>
                    <a:pt x="1" y="1840"/>
                    <a:pt x="533" y="2349"/>
                    <a:pt x="1175" y="2349"/>
                  </a:cubicBezTo>
                  <a:cubicBezTo>
                    <a:pt x="1818" y="2349"/>
                    <a:pt x="2349" y="1840"/>
                    <a:pt x="2349" y="1175"/>
                  </a:cubicBezTo>
                  <a:cubicBezTo>
                    <a:pt x="2349" y="533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" name="Google Shape;127;p3"/>
          <p:cNvGrpSpPr/>
          <p:nvPr/>
        </p:nvGrpSpPr>
        <p:grpSpPr>
          <a:xfrm flipH="1">
            <a:off x="8198661" y="3138240"/>
            <a:ext cx="1591472" cy="841159"/>
            <a:chOff x="661553" y="1919040"/>
            <a:chExt cx="1591472" cy="841159"/>
          </a:xfrm>
        </p:grpSpPr>
        <p:sp>
          <p:nvSpPr>
            <p:cNvPr id="128" name="Google Shape;128;p3"/>
            <p:cNvSpPr/>
            <p:nvPr/>
          </p:nvSpPr>
          <p:spPr>
            <a:xfrm>
              <a:off x="661553" y="2267371"/>
              <a:ext cx="1400512" cy="411311"/>
            </a:xfrm>
            <a:custGeom>
              <a:avLst/>
              <a:gdLst/>
              <a:ahLst/>
              <a:cxnLst/>
              <a:rect l="l" t="t" r="r" b="b"/>
              <a:pathLst>
                <a:path w="43383" h="12741" extrusionOk="0">
                  <a:moveTo>
                    <a:pt x="24283" y="0"/>
                  </a:moveTo>
                  <a:lnTo>
                    <a:pt x="19387" y="4897"/>
                  </a:lnTo>
                  <a:lnTo>
                    <a:pt x="2304" y="4897"/>
                  </a:lnTo>
                  <a:lnTo>
                    <a:pt x="0" y="2593"/>
                  </a:lnTo>
                  <a:lnTo>
                    <a:pt x="0" y="2991"/>
                  </a:lnTo>
                  <a:lnTo>
                    <a:pt x="2193" y="5185"/>
                  </a:lnTo>
                  <a:lnTo>
                    <a:pt x="19498" y="5185"/>
                  </a:lnTo>
                  <a:lnTo>
                    <a:pt x="24416" y="266"/>
                  </a:lnTo>
                  <a:lnTo>
                    <a:pt x="30731" y="266"/>
                  </a:lnTo>
                  <a:lnTo>
                    <a:pt x="43183" y="12740"/>
                  </a:lnTo>
                  <a:cubicBezTo>
                    <a:pt x="43249" y="12674"/>
                    <a:pt x="43316" y="12607"/>
                    <a:pt x="43382" y="12541"/>
                  </a:cubicBezTo>
                  <a:lnTo>
                    <a:pt x="3084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661553" y="2117869"/>
              <a:ext cx="1493485" cy="209610"/>
            </a:xfrm>
            <a:custGeom>
              <a:avLst/>
              <a:gdLst/>
              <a:ahLst/>
              <a:cxnLst/>
              <a:rect l="l" t="t" r="r" b="b"/>
              <a:pathLst>
                <a:path w="46263" h="6493" extrusionOk="0">
                  <a:moveTo>
                    <a:pt x="21802" y="1"/>
                  </a:moveTo>
                  <a:lnTo>
                    <a:pt x="15598" y="6204"/>
                  </a:lnTo>
                  <a:lnTo>
                    <a:pt x="4343" y="6204"/>
                  </a:lnTo>
                  <a:lnTo>
                    <a:pt x="0" y="1862"/>
                  </a:lnTo>
                  <a:lnTo>
                    <a:pt x="0" y="2261"/>
                  </a:lnTo>
                  <a:lnTo>
                    <a:pt x="4232" y="6492"/>
                  </a:lnTo>
                  <a:lnTo>
                    <a:pt x="15709" y="6492"/>
                  </a:lnTo>
                  <a:lnTo>
                    <a:pt x="21935" y="267"/>
                  </a:lnTo>
                  <a:lnTo>
                    <a:pt x="46262" y="267"/>
                  </a:lnTo>
                  <a:cubicBezTo>
                    <a:pt x="46262" y="222"/>
                    <a:pt x="46262" y="178"/>
                    <a:pt x="46262" y="134"/>
                  </a:cubicBezTo>
                  <a:cubicBezTo>
                    <a:pt x="46262" y="89"/>
                    <a:pt x="46262" y="45"/>
                    <a:pt x="4626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2043446" y="2661479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266"/>
                  </a:moveTo>
                  <a:cubicBezTo>
                    <a:pt x="2216" y="266"/>
                    <a:pt x="2792" y="842"/>
                    <a:pt x="2792" y="1529"/>
                  </a:cubicBezTo>
                  <a:cubicBezTo>
                    <a:pt x="2792" y="2216"/>
                    <a:pt x="2216" y="2770"/>
                    <a:pt x="1529" y="2770"/>
                  </a:cubicBezTo>
                  <a:cubicBezTo>
                    <a:pt x="842" y="2770"/>
                    <a:pt x="288" y="2216"/>
                    <a:pt x="288" y="1529"/>
                  </a:cubicBezTo>
                  <a:cubicBezTo>
                    <a:pt x="288" y="842"/>
                    <a:pt x="842" y="266"/>
                    <a:pt x="1529" y="266"/>
                  </a:cubicBezTo>
                  <a:close/>
                  <a:moveTo>
                    <a:pt x="1529" y="0"/>
                  </a:moveTo>
                  <a:cubicBezTo>
                    <a:pt x="1174" y="0"/>
                    <a:pt x="842" y="133"/>
                    <a:pt x="576" y="333"/>
                  </a:cubicBezTo>
                  <a:lnTo>
                    <a:pt x="731" y="488"/>
                  </a:lnTo>
                  <a:lnTo>
                    <a:pt x="532" y="687"/>
                  </a:lnTo>
                  <a:lnTo>
                    <a:pt x="377" y="532"/>
                  </a:lnTo>
                  <a:cubicBezTo>
                    <a:pt x="155" y="798"/>
                    <a:pt x="0" y="1153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2155015" y="2072802"/>
              <a:ext cx="98010" cy="98752"/>
            </a:xfrm>
            <a:custGeom>
              <a:avLst/>
              <a:gdLst/>
              <a:ahLst/>
              <a:cxnLst/>
              <a:rect l="l" t="t" r="r" b="b"/>
              <a:pathLst>
                <a:path w="3036" h="3059" extrusionOk="0">
                  <a:moveTo>
                    <a:pt x="1507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3"/>
                    <a:pt x="1507" y="2793"/>
                  </a:cubicBezTo>
                  <a:cubicBezTo>
                    <a:pt x="820" y="2793"/>
                    <a:pt x="266" y="2216"/>
                    <a:pt x="266" y="1530"/>
                  </a:cubicBezTo>
                  <a:cubicBezTo>
                    <a:pt x="266" y="843"/>
                    <a:pt x="820" y="289"/>
                    <a:pt x="1507" y="289"/>
                  </a:cubicBezTo>
                  <a:close/>
                  <a:moveTo>
                    <a:pt x="1507" y="1"/>
                  </a:moveTo>
                  <a:cubicBezTo>
                    <a:pt x="732" y="1"/>
                    <a:pt x="67" y="621"/>
                    <a:pt x="0" y="1397"/>
                  </a:cubicBezTo>
                  <a:lnTo>
                    <a:pt x="133" y="1397"/>
                  </a:lnTo>
                  <a:lnTo>
                    <a:pt x="133" y="1663"/>
                  </a:lnTo>
                  <a:lnTo>
                    <a:pt x="0" y="1663"/>
                  </a:lnTo>
                  <a:cubicBezTo>
                    <a:pt x="67" y="2460"/>
                    <a:pt x="732" y="3058"/>
                    <a:pt x="1507" y="3058"/>
                  </a:cubicBezTo>
                  <a:cubicBezTo>
                    <a:pt x="2349" y="3058"/>
                    <a:pt x="3036" y="2372"/>
                    <a:pt x="3036" y="1530"/>
                  </a:cubicBezTo>
                  <a:cubicBezTo>
                    <a:pt x="3036" y="688"/>
                    <a:pt x="2349" y="1"/>
                    <a:pt x="150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2155015" y="2117869"/>
              <a:ext cx="4326" cy="8619"/>
            </a:xfrm>
            <a:custGeom>
              <a:avLst/>
              <a:gdLst/>
              <a:ahLst/>
              <a:cxnLst/>
              <a:rect l="l" t="t" r="r" b="b"/>
              <a:pathLst>
                <a:path w="134" h="267" extrusionOk="0">
                  <a:moveTo>
                    <a:pt x="0" y="1"/>
                  </a:moveTo>
                  <a:cubicBezTo>
                    <a:pt x="0" y="45"/>
                    <a:pt x="0" y="89"/>
                    <a:pt x="0" y="134"/>
                  </a:cubicBezTo>
                  <a:cubicBezTo>
                    <a:pt x="0" y="178"/>
                    <a:pt x="0" y="222"/>
                    <a:pt x="0" y="267"/>
                  </a:cubicBezTo>
                  <a:lnTo>
                    <a:pt x="133" y="267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779502" y="1951936"/>
              <a:ext cx="3616" cy="8619"/>
            </a:xfrm>
            <a:custGeom>
              <a:avLst/>
              <a:gdLst/>
              <a:ahLst/>
              <a:cxnLst/>
              <a:rect l="l" t="t" r="r" b="b"/>
              <a:pathLst>
                <a:path w="112" h="267" extrusionOk="0">
                  <a:moveTo>
                    <a:pt x="89" y="0"/>
                  </a:moveTo>
                  <a:cubicBezTo>
                    <a:pt x="67" y="89"/>
                    <a:pt x="23" y="178"/>
                    <a:pt x="0" y="266"/>
                  </a:cubicBezTo>
                  <a:lnTo>
                    <a:pt x="111" y="26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951936" y="1951936"/>
              <a:ext cx="821138" cy="187432"/>
            </a:xfrm>
            <a:custGeom>
              <a:avLst/>
              <a:gdLst/>
              <a:ahLst/>
              <a:cxnLst/>
              <a:rect l="l" t="t" r="r" b="b"/>
              <a:pathLst>
                <a:path w="25436" h="5806" extrusionOk="0">
                  <a:moveTo>
                    <a:pt x="10436" y="0"/>
                  </a:moveTo>
                  <a:lnTo>
                    <a:pt x="4919" y="5539"/>
                  </a:lnTo>
                  <a:lnTo>
                    <a:pt x="0" y="5539"/>
                  </a:lnTo>
                  <a:lnTo>
                    <a:pt x="0" y="5805"/>
                  </a:lnTo>
                  <a:lnTo>
                    <a:pt x="5030" y="5805"/>
                  </a:lnTo>
                  <a:lnTo>
                    <a:pt x="10569" y="266"/>
                  </a:lnTo>
                  <a:lnTo>
                    <a:pt x="25369" y="266"/>
                  </a:lnTo>
                  <a:cubicBezTo>
                    <a:pt x="25369" y="178"/>
                    <a:pt x="25392" y="89"/>
                    <a:pt x="2543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851795" y="2077096"/>
              <a:ext cx="98752" cy="98752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1529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43" y="2792"/>
                    <a:pt x="266" y="2216"/>
                    <a:pt x="266" y="1530"/>
                  </a:cubicBezTo>
                  <a:cubicBezTo>
                    <a:pt x="266" y="843"/>
                    <a:pt x="843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1" y="688"/>
                    <a:pt x="1" y="1530"/>
                  </a:cubicBezTo>
                  <a:cubicBezTo>
                    <a:pt x="1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1770205" y="1919040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0"/>
                  </a:moveTo>
                  <a:cubicBezTo>
                    <a:pt x="864" y="0"/>
                    <a:pt x="288" y="421"/>
                    <a:pt x="89" y="1019"/>
                  </a:cubicBezTo>
                  <a:lnTo>
                    <a:pt x="377" y="1019"/>
                  </a:lnTo>
                  <a:cubicBezTo>
                    <a:pt x="576" y="576"/>
                    <a:pt x="1020" y="288"/>
                    <a:pt x="1529" y="288"/>
                  </a:cubicBez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70"/>
                    <a:pt x="1529" y="2770"/>
                  </a:cubicBezTo>
                  <a:cubicBezTo>
                    <a:pt x="842" y="2770"/>
                    <a:pt x="266" y="2216"/>
                    <a:pt x="266" y="1529"/>
                  </a:cubicBezTo>
                  <a:cubicBezTo>
                    <a:pt x="266" y="1440"/>
                    <a:pt x="288" y="1374"/>
                    <a:pt x="288" y="1285"/>
                  </a:cubicBezTo>
                  <a:lnTo>
                    <a:pt x="22" y="1285"/>
                  </a:lnTo>
                  <a:cubicBezTo>
                    <a:pt x="0" y="1374"/>
                    <a:pt x="0" y="1440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1770915" y="1951936"/>
              <a:ext cx="11460" cy="8619"/>
            </a:xfrm>
            <a:custGeom>
              <a:avLst/>
              <a:gdLst/>
              <a:ahLst/>
              <a:cxnLst/>
              <a:rect l="l" t="t" r="r" b="b"/>
              <a:pathLst>
                <a:path w="355" h="267" extrusionOk="0">
                  <a:moveTo>
                    <a:pt x="67" y="0"/>
                  </a:moveTo>
                  <a:cubicBezTo>
                    <a:pt x="23" y="89"/>
                    <a:pt x="0" y="178"/>
                    <a:pt x="0" y="266"/>
                  </a:cubicBezTo>
                  <a:lnTo>
                    <a:pt x="266" y="266"/>
                  </a:lnTo>
                  <a:cubicBezTo>
                    <a:pt x="289" y="178"/>
                    <a:pt x="333" y="89"/>
                    <a:pt x="35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8627936" y="4642014"/>
            <a:ext cx="182798" cy="598473"/>
            <a:chOff x="3638102" y="4583399"/>
            <a:chExt cx="182798" cy="598473"/>
          </a:xfrm>
        </p:grpSpPr>
        <p:sp>
          <p:nvSpPr>
            <p:cNvPr id="139" name="Google Shape;139;p3"/>
            <p:cNvSpPr/>
            <p:nvPr/>
          </p:nvSpPr>
          <p:spPr>
            <a:xfrm>
              <a:off x="3710947" y="4755502"/>
              <a:ext cx="21214" cy="426370"/>
            </a:xfrm>
            <a:custGeom>
              <a:avLst/>
              <a:gdLst/>
              <a:ahLst/>
              <a:cxnLst/>
              <a:rect l="l" t="t" r="r" b="b"/>
              <a:pathLst>
                <a:path w="355" h="7135" extrusionOk="0">
                  <a:moveTo>
                    <a:pt x="0" y="1"/>
                  </a:moveTo>
                  <a:lnTo>
                    <a:pt x="0" y="7135"/>
                  </a:lnTo>
                  <a:lnTo>
                    <a:pt x="355" y="7135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3638102" y="4583399"/>
              <a:ext cx="182798" cy="181424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1862" y="266"/>
                    <a:pt x="2172" y="399"/>
                    <a:pt x="2394" y="643"/>
                  </a:cubicBezTo>
                  <a:cubicBezTo>
                    <a:pt x="2638" y="864"/>
                    <a:pt x="2770" y="1175"/>
                    <a:pt x="2770" y="1507"/>
                  </a:cubicBezTo>
                  <a:cubicBezTo>
                    <a:pt x="2770" y="1839"/>
                    <a:pt x="2638" y="2172"/>
                    <a:pt x="2394" y="2393"/>
                  </a:cubicBezTo>
                  <a:cubicBezTo>
                    <a:pt x="2172" y="2637"/>
                    <a:pt x="1862" y="2770"/>
                    <a:pt x="1530" y="2770"/>
                  </a:cubicBezTo>
                  <a:cubicBezTo>
                    <a:pt x="1197" y="2770"/>
                    <a:pt x="865" y="2637"/>
                    <a:pt x="643" y="2393"/>
                  </a:cubicBezTo>
                  <a:cubicBezTo>
                    <a:pt x="400" y="2172"/>
                    <a:pt x="267" y="1839"/>
                    <a:pt x="267" y="1507"/>
                  </a:cubicBezTo>
                  <a:cubicBezTo>
                    <a:pt x="267" y="1175"/>
                    <a:pt x="400" y="864"/>
                    <a:pt x="643" y="643"/>
                  </a:cubicBezTo>
                  <a:cubicBezTo>
                    <a:pt x="865" y="399"/>
                    <a:pt x="1197" y="266"/>
                    <a:pt x="1530" y="266"/>
                  </a:cubicBezTo>
                  <a:close/>
                  <a:moveTo>
                    <a:pt x="1530" y="0"/>
                  </a:moveTo>
                  <a:cubicBezTo>
                    <a:pt x="1109" y="0"/>
                    <a:pt x="732" y="155"/>
                    <a:pt x="444" y="443"/>
                  </a:cubicBezTo>
                  <a:cubicBezTo>
                    <a:pt x="156" y="731"/>
                    <a:pt x="1" y="1108"/>
                    <a:pt x="1" y="1507"/>
                  </a:cubicBezTo>
                  <a:cubicBezTo>
                    <a:pt x="1" y="1928"/>
                    <a:pt x="156" y="2305"/>
                    <a:pt x="444" y="2593"/>
                  </a:cubicBezTo>
                  <a:cubicBezTo>
                    <a:pt x="732" y="2881"/>
                    <a:pt x="1109" y="3036"/>
                    <a:pt x="1530" y="3036"/>
                  </a:cubicBezTo>
                  <a:cubicBezTo>
                    <a:pt x="1928" y="3036"/>
                    <a:pt x="2305" y="2881"/>
                    <a:pt x="2593" y="2593"/>
                  </a:cubicBezTo>
                  <a:cubicBezTo>
                    <a:pt x="2881" y="2305"/>
                    <a:pt x="3058" y="1928"/>
                    <a:pt x="3058" y="1507"/>
                  </a:cubicBezTo>
                  <a:cubicBezTo>
                    <a:pt x="3058" y="1108"/>
                    <a:pt x="2881" y="731"/>
                    <a:pt x="2593" y="443"/>
                  </a:cubicBezTo>
                  <a:cubicBezTo>
                    <a:pt x="2305" y="155"/>
                    <a:pt x="1928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" name="Google Shape;141;p3"/>
          <p:cNvGrpSpPr/>
          <p:nvPr/>
        </p:nvGrpSpPr>
        <p:grpSpPr>
          <a:xfrm>
            <a:off x="208301" y="226025"/>
            <a:ext cx="1239039" cy="568423"/>
            <a:chOff x="208301" y="226025"/>
            <a:chExt cx="1239039" cy="568423"/>
          </a:xfrm>
        </p:grpSpPr>
        <p:sp>
          <p:nvSpPr>
            <p:cNvPr id="142" name="Google Shape;142;p3"/>
            <p:cNvSpPr/>
            <p:nvPr/>
          </p:nvSpPr>
          <p:spPr>
            <a:xfrm>
              <a:off x="332791" y="266933"/>
              <a:ext cx="1007840" cy="482141"/>
            </a:xfrm>
            <a:custGeom>
              <a:avLst/>
              <a:gdLst/>
              <a:ahLst/>
              <a:cxnLst/>
              <a:rect l="l" t="t" r="r" b="b"/>
              <a:pathLst>
                <a:path w="25105" h="12010" extrusionOk="0">
                  <a:moveTo>
                    <a:pt x="18612" y="1"/>
                  </a:moveTo>
                  <a:lnTo>
                    <a:pt x="6869" y="11721"/>
                  </a:lnTo>
                  <a:lnTo>
                    <a:pt x="1" y="11721"/>
                  </a:lnTo>
                  <a:lnTo>
                    <a:pt x="1" y="12010"/>
                  </a:lnTo>
                  <a:lnTo>
                    <a:pt x="7002" y="12010"/>
                  </a:lnTo>
                  <a:lnTo>
                    <a:pt x="18723" y="267"/>
                  </a:lnTo>
                  <a:lnTo>
                    <a:pt x="25104" y="267"/>
                  </a:lnTo>
                  <a:lnTo>
                    <a:pt x="25104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208301" y="671644"/>
              <a:ext cx="122763" cy="122804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67"/>
                  </a:moveTo>
                  <a:cubicBezTo>
                    <a:pt x="2216" y="267"/>
                    <a:pt x="2770" y="843"/>
                    <a:pt x="2770" y="1530"/>
                  </a:cubicBezTo>
                  <a:cubicBezTo>
                    <a:pt x="2770" y="2217"/>
                    <a:pt x="2216" y="2770"/>
                    <a:pt x="1529" y="2770"/>
                  </a:cubicBezTo>
                  <a:cubicBezTo>
                    <a:pt x="842" y="2770"/>
                    <a:pt x="266" y="2217"/>
                    <a:pt x="266" y="1530"/>
                  </a:cubicBezTo>
                  <a:cubicBezTo>
                    <a:pt x="266" y="843"/>
                    <a:pt x="842" y="267"/>
                    <a:pt x="1529" y="267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8"/>
                    <a:pt x="0" y="1530"/>
                  </a:cubicBezTo>
                  <a:cubicBezTo>
                    <a:pt x="0" y="2372"/>
                    <a:pt x="687" y="3058"/>
                    <a:pt x="1529" y="3058"/>
                  </a:cubicBezTo>
                  <a:cubicBezTo>
                    <a:pt x="2371" y="3058"/>
                    <a:pt x="3058" y="2372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324576" y="226025"/>
              <a:ext cx="122763" cy="122804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89"/>
                  </a:moveTo>
                  <a:cubicBezTo>
                    <a:pt x="2216" y="289"/>
                    <a:pt x="2770" y="843"/>
                    <a:pt x="2770" y="1529"/>
                  </a:cubicBezTo>
                  <a:cubicBezTo>
                    <a:pt x="2770" y="2216"/>
                    <a:pt x="2216" y="2770"/>
                    <a:pt x="1529" y="2770"/>
                  </a:cubicBezTo>
                  <a:cubicBezTo>
                    <a:pt x="842" y="2770"/>
                    <a:pt x="288" y="2216"/>
                    <a:pt x="288" y="1529"/>
                  </a:cubicBezTo>
                  <a:cubicBezTo>
                    <a:pt x="288" y="843"/>
                    <a:pt x="842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" name="Google Shape;145;p3"/>
          <p:cNvGrpSpPr/>
          <p:nvPr/>
        </p:nvGrpSpPr>
        <p:grpSpPr>
          <a:xfrm>
            <a:off x="-138609" y="2109682"/>
            <a:ext cx="889837" cy="986391"/>
            <a:chOff x="-138609" y="2210165"/>
            <a:chExt cx="889837" cy="986391"/>
          </a:xfrm>
        </p:grpSpPr>
        <p:grpSp>
          <p:nvGrpSpPr>
            <p:cNvPr id="146" name="Google Shape;146;p3"/>
            <p:cNvGrpSpPr/>
            <p:nvPr/>
          </p:nvGrpSpPr>
          <p:grpSpPr>
            <a:xfrm flipH="1">
              <a:off x="-138609" y="2517039"/>
              <a:ext cx="889837" cy="679518"/>
              <a:chOff x="-350462" y="2364639"/>
              <a:chExt cx="889837" cy="679518"/>
            </a:xfrm>
          </p:grpSpPr>
          <p:sp>
            <p:nvSpPr>
              <p:cNvPr id="147" name="Google Shape;147;p3"/>
              <p:cNvSpPr/>
              <p:nvPr/>
            </p:nvSpPr>
            <p:spPr>
              <a:xfrm>
                <a:off x="-350462" y="2364639"/>
                <a:ext cx="98752" cy="98010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2216" y="266"/>
                      <a:pt x="2770" y="820"/>
                      <a:pt x="2770" y="1529"/>
                    </a:cubicBezTo>
                    <a:cubicBezTo>
                      <a:pt x="2770" y="2216"/>
                      <a:pt x="2216" y="2770"/>
                      <a:pt x="1530" y="2770"/>
                    </a:cubicBezTo>
                    <a:cubicBezTo>
                      <a:pt x="843" y="2770"/>
                      <a:pt x="267" y="2216"/>
                      <a:pt x="267" y="1529"/>
                    </a:cubicBezTo>
                    <a:cubicBezTo>
                      <a:pt x="267" y="820"/>
                      <a:pt x="843" y="266"/>
                      <a:pt x="1530" y="266"/>
                    </a:cubicBezTo>
                    <a:close/>
                    <a:moveTo>
                      <a:pt x="1530" y="1"/>
                    </a:moveTo>
                    <a:cubicBezTo>
                      <a:pt x="688" y="1"/>
                      <a:pt x="1" y="687"/>
                      <a:pt x="1" y="1529"/>
                    </a:cubicBezTo>
                    <a:cubicBezTo>
                      <a:pt x="1" y="2371"/>
                      <a:pt x="688" y="3036"/>
                      <a:pt x="1530" y="3036"/>
                    </a:cubicBezTo>
                    <a:cubicBezTo>
                      <a:pt x="2371" y="3036"/>
                      <a:pt x="3058" y="2371"/>
                      <a:pt x="3058" y="1529"/>
                    </a:cubicBezTo>
                    <a:cubicBezTo>
                      <a:pt x="3058" y="1507"/>
                      <a:pt x="3058" y="1507"/>
                      <a:pt x="3058" y="1507"/>
                    </a:cubicBezTo>
                    <a:lnTo>
                      <a:pt x="2815" y="1507"/>
                    </a:lnTo>
                    <a:lnTo>
                      <a:pt x="2815" y="1219"/>
                    </a:lnTo>
                    <a:lnTo>
                      <a:pt x="3036" y="1219"/>
                    </a:lnTo>
                    <a:cubicBezTo>
                      <a:pt x="2881" y="532"/>
                      <a:pt x="2261" y="1"/>
                      <a:pt x="15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-36448" y="2744446"/>
                <a:ext cx="575823" cy="299711"/>
              </a:xfrm>
              <a:custGeom>
                <a:avLst/>
                <a:gdLst/>
                <a:ahLst/>
                <a:cxnLst/>
                <a:rect l="l" t="t" r="r" b="b"/>
                <a:pathLst>
                  <a:path w="17837" h="9284" extrusionOk="0">
                    <a:moveTo>
                      <a:pt x="0" y="1"/>
                    </a:moveTo>
                    <a:cubicBezTo>
                      <a:pt x="0" y="67"/>
                      <a:pt x="23" y="111"/>
                      <a:pt x="23" y="178"/>
                    </a:cubicBezTo>
                    <a:cubicBezTo>
                      <a:pt x="23" y="200"/>
                      <a:pt x="0" y="244"/>
                      <a:pt x="0" y="266"/>
                    </a:cubicBezTo>
                    <a:lnTo>
                      <a:pt x="8819" y="266"/>
                    </a:lnTo>
                    <a:lnTo>
                      <a:pt x="17836" y="9284"/>
                    </a:lnTo>
                    <a:lnTo>
                      <a:pt x="17836" y="8885"/>
                    </a:lnTo>
                    <a:lnTo>
                      <a:pt x="8929" y="1"/>
                    </a:ln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-252452" y="2403991"/>
                <a:ext cx="791825" cy="474230"/>
              </a:xfrm>
              <a:custGeom>
                <a:avLst/>
                <a:gdLst/>
                <a:ahLst/>
                <a:cxnLst/>
                <a:rect l="l" t="t" r="r" b="b"/>
                <a:pathLst>
                  <a:path w="24528" h="14690" extrusionOk="0">
                    <a:moveTo>
                      <a:pt x="0" y="0"/>
                    </a:moveTo>
                    <a:cubicBezTo>
                      <a:pt x="0" y="89"/>
                      <a:pt x="22" y="200"/>
                      <a:pt x="22" y="288"/>
                    </a:cubicBezTo>
                    <a:lnTo>
                      <a:pt x="10103" y="288"/>
                    </a:lnTo>
                    <a:lnTo>
                      <a:pt x="24527" y="14690"/>
                    </a:lnTo>
                    <a:lnTo>
                      <a:pt x="24527" y="14313"/>
                    </a:lnTo>
                    <a:lnTo>
                      <a:pt x="10214" y="0"/>
                    </a:ln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-134458" y="2700832"/>
                <a:ext cx="98042" cy="98720"/>
              </a:xfrm>
              <a:custGeom>
                <a:avLst/>
                <a:gdLst/>
                <a:ahLst/>
                <a:cxnLst/>
                <a:rect l="l" t="t" r="r" b="b"/>
                <a:pathLst>
                  <a:path w="3037" h="3058" extrusionOk="0">
                    <a:moveTo>
                      <a:pt x="1530" y="0"/>
                    </a:moveTo>
                    <a:cubicBezTo>
                      <a:pt x="688" y="0"/>
                      <a:pt x="1" y="687"/>
                      <a:pt x="1" y="1529"/>
                    </a:cubicBezTo>
                    <a:cubicBezTo>
                      <a:pt x="1" y="2371"/>
                      <a:pt x="688" y="3058"/>
                      <a:pt x="1530" y="3058"/>
                    </a:cubicBezTo>
                    <a:cubicBezTo>
                      <a:pt x="2327" y="3058"/>
                      <a:pt x="2992" y="2415"/>
                      <a:pt x="3036" y="1617"/>
                    </a:cubicBezTo>
                    <a:lnTo>
                      <a:pt x="2771" y="1617"/>
                    </a:lnTo>
                    <a:lnTo>
                      <a:pt x="2771" y="1573"/>
                    </a:lnTo>
                    <a:cubicBezTo>
                      <a:pt x="2748" y="2238"/>
                      <a:pt x="2194" y="2770"/>
                      <a:pt x="1530" y="2770"/>
                    </a:cubicBezTo>
                    <a:cubicBezTo>
                      <a:pt x="843" y="2770"/>
                      <a:pt x="267" y="2216"/>
                      <a:pt x="267" y="1529"/>
                    </a:cubicBezTo>
                    <a:cubicBezTo>
                      <a:pt x="267" y="842"/>
                      <a:pt x="843" y="266"/>
                      <a:pt x="1530" y="266"/>
                    </a:cubicBezTo>
                    <a:cubicBezTo>
                      <a:pt x="2194" y="266"/>
                      <a:pt x="2748" y="820"/>
                      <a:pt x="2771" y="1484"/>
                    </a:cubicBezTo>
                    <a:lnTo>
                      <a:pt x="2771" y="1352"/>
                    </a:lnTo>
                    <a:lnTo>
                      <a:pt x="3036" y="1352"/>
                    </a:lnTo>
                    <a:cubicBezTo>
                      <a:pt x="2948" y="598"/>
                      <a:pt x="2305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" name="Google Shape;151;p3"/>
            <p:cNvSpPr/>
            <p:nvPr/>
          </p:nvSpPr>
          <p:spPr>
            <a:xfrm flipH="1">
              <a:off x="652475" y="2210165"/>
              <a:ext cx="98752" cy="98010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2216" y="266"/>
                    <a:pt x="2770" y="820"/>
                    <a:pt x="2770" y="1529"/>
                  </a:cubicBezTo>
                  <a:cubicBezTo>
                    <a:pt x="2770" y="2216"/>
                    <a:pt x="2216" y="2770"/>
                    <a:pt x="1530" y="2770"/>
                  </a:cubicBezTo>
                  <a:cubicBezTo>
                    <a:pt x="843" y="2770"/>
                    <a:pt x="267" y="2216"/>
                    <a:pt x="267" y="1529"/>
                  </a:cubicBezTo>
                  <a:cubicBezTo>
                    <a:pt x="267" y="820"/>
                    <a:pt x="843" y="266"/>
                    <a:pt x="1530" y="266"/>
                  </a:cubicBezTo>
                  <a:close/>
                  <a:moveTo>
                    <a:pt x="1530" y="1"/>
                  </a:moveTo>
                  <a:cubicBezTo>
                    <a:pt x="688" y="1"/>
                    <a:pt x="1" y="687"/>
                    <a:pt x="1" y="1529"/>
                  </a:cubicBezTo>
                  <a:cubicBezTo>
                    <a:pt x="1" y="2371"/>
                    <a:pt x="688" y="3036"/>
                    <a:pt x="1530" y="3036"/>
                  </a:cubicBezTo>
                  <a:cubicBezTo>
                    <a:pt x="2371" y="3036"/>
                    <a:pt x="3058" y="2371"/>
                    <a:pt x="3058" y="1529"/>
                  </a:cubicBezTo>
                  <a:cubicBezTo>
                    <a:pt x="3058" y="1507"/>
                    <a:pt x="3058" y="1507"/>
                    <a:pt x="3058" y="1507"/>
                  </a:cubicBezTo>
                  <a:lnTo>
                    <a:pt x="2815" y="1507"/>
                  </a:lnTo>
                  <a:lnTo>
                    <a:pt x="2815" y="1219"/>
                  </a:lnTo>
                  <a:lnTo>
                    <a:pt x="3036" y="1219"/>
                  </a:lnTo>
                  <a:cubicBezTo>
                    <a:pt x="2881" y="532"/>
                    <a:pt x="2261" y="1"/>
                    <a:pt x="1530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 flipH="1">
              <a:off x="-138608" y="2249518"/>
              <a:ext cx="791825" cy="474230"/>
            </a:xfrm>
            <a:custGeom>
              <a:avLst/>
              <a:gdLst/>
              <a:ahLst/>
              <a:cxnLst/>
              <a:rect l="l" t="t" r="r" b="b"/>
              <a:pathLst>
                <a:path w="24528" h="14690" extrusionOk="0">
                  <a:moveTo>
                    <a:pt x="0" y="0"/>
                  </a:moveTo>
                  <a:cubicBezTo>
                    <a:pt x="0" y="89"/>
                    <a:pt x="22" y="200"/>
                    <a:pt x="22" y="288"/>
                  </a:cubicBezTo>
                  <a:lnTo>
                    <a:pt x="10103" y="288"/>
                  </a:lnTo>
                  <a:lnTo>
                    <a:pt x="24527" y="14690"/>
                  </a:lnTo>
                  <a:lnTo>
                    <a:pt x="24527" y="14313"/>
                  </a:lnTo>
                  <a:lnTo>
                    <a:pt x="10214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" name="Google Shape;153;p3"/>
          <p:cNvGrpSpPr/>
          <p:nvPr/>
        </p:nvGrpSpPr>
        <p:grpSpPr>
          <a:xfrm>
            <a:off x="8349702" y="1232506"/>
            <a:ext cx="399883" cy="381256"/>
            <a:chOff x="6113337" y="393160"/>
            <a:chExt cx="399883" cy="381256"/>
          </a:xfrm>
        </p:grpSpPr>
        <p:sp>
          <p:nvSpPr>
            <p:cNvPr id="154" name="Google Shape;154;p3"/>
            <p:cNvSpPr/>
            <p:nvPr/>
          </p:nvSpPr>
          <p:spPr>
            <a:xfrm>
              <a:off x="6113337" y="393160"/>
              <a:ext cx="399883" cy="381256"/>
            </a:xfrm>
            <a:custGeom>
              <a:avLst/>
              <a:gdLst/>
              <a:ahLst/>
              <a:cxnLst/>
              <a:rect l="l" t="t" r="r" b="b"/>
              <a:pathLst>
                <a:path w="12387" h="11810" extrusionOk="0">
                  <a:moveTo>
                    <a:pt x="5917" y="798"/>
                  </a:moveTo>
                  <a:cubicBezTo>
                    <a:pt x="7224" y="798"/>
                    <a:pt x="8531" y="1285"/>
                    <a:pt x="9528" y="2282"/>
                  </a:cubicBezTo>
                  <a:cubicBezTo>
                    <a:pt x="11522" y="4276"/>
                    <a:pt x="11522" y="7533"/>
                    <a:pt x="9528" y="9527"/>
                  </a:cubicBezTo>
                  <a:cubicBezTo>
                    <a:pt x="8553" y="10480"/>
                    <a:pt x="7268" y="11012"/>
                    <a:pt x="5917" y="11012"/>
                  </a:cubicBezTo>
                  <a:cubicBezTo>
                    <a:pt x="4543" y="11012"/>
                    <a:pt x="3258" y="10480"/>
                    <a:pt x="2283" y="9527"/>
                  </a:cubicBezTo>
                  <a:cubicBezTo>
                    <a:pt x="1330" y="8552"/>
                    <a:pt x="799" y="7267"/>
                    <a:pt x="799" y="5894"/>
                  </a:cubicBezTo>
                  <a:cubicBezTo>
                    <a:pt x="799" y="4542"/>
                    <a:pt x="1330" y="3257"/>
                    <a:pt x="2283" y="2282"/>
                  </a:cubicBezTo>
                  <a:cubicBezTo>
                    <a:pt x="3280" y="1285"/>
                    <a:pt x="4609" y="798"/>
                    <a:pt x="5917" y="798"/>
                  </a:cubicBezTo>
                  <a:close/>
                  <a:moveTo>
                    <a:pt x="5906" y="0"/>
                  </a:moveTo>
                  <a:cubicBezTo>
                    <a:pt x="4393" y="0"/>
                    <a:pt x="2881" y="576"/>
                    <a:pt x="1729" y="1728"/>
                  </a:cubicBezTo>
                  <a:cubicBezTo>
                    <a:pt x="621" y="2836"/>
                    <a:pt x="1" y="4321"/>
                    <a:pt x="1" y="5894"/>
                  </a:cubicBezTo>
                  <a:cubicBezTo>
                    <a:pt x="1" y="7489"/>
                    <a:pt x="621" y="8973"/>
                    <a:pt x="1729" y="10081"/>
                  </a:cubicBezTo>
                  <a:cubicBezTo>
                    <a:pt x="2859" y="11189"/>
                    <a:pt x="4344" y="11809"/>
                    <a:pt x="5917" y="11809"/>
                  </a:cubicBezTo>
                  <a:cubicBezTo>
                    <a:pt x="7490" y="11809"/>
                    <a:pt x="8974" y="11189"/>
                    <a:pt x="10082" y="10081"/>
                  </a:cubicBezTo>
                  <a:cubicBezTo>
                    <a:pt x="12386" y="7777"/>
                    <a:pt x="12386" y="4033"/>
                    <a:pt x="10082" y="1728"/>
                  </a:cubicBezTo>
                  <a:cubicBezTo>
                    <a:pt x="8930" y="576"/>
                    <a:pt x="7418" y="0"/>
                    <a:pt x="5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6222775" y="502599"/>
              <a:ext cx="162413" cy="162381"/>
            </a:xfrm>
            <a:custGeom>
              <a:avLst/>
              <a:gdLst/>
              <a:ahLst/>
              <a:cxnLst/>
              <a:rect l="l" t="t" r="r" b="b"/>
              <a:pathLst>
                <a:path w="5031" h="5030" extrusionOk="0">
                  <a:moveTo>
                    <a:pt x="2527" y="0"/>
                  </a:moveTo>
                  <a:cubicBezTo>
                    <a:pt x="1131" y="0"/>
                    <a:pt x="1" y="1130"/>
                    <a:pt x="1" y="2504"/>
                  </a:cubicBezTo>
                  <a:cubicBezTo>
                    <a:pt x="1" y="3900"/>
                    <a:pt x="1131" y="5030"/>
                    <a:pt x="2527" y="5030"/>
                  </a:cubicBezTo>
                  <a:cubicBezTo>
                    <a:pt x="3900" y="5030"/>
                    <a:pt x="5030" y="3900"/>
                    <a:pt x="5030" y="2504"/>
                  </a:cubicBezTo>
                  <a:cubicBezTo>
                    <a:pt x="5030" y="1130"/>
                    <a:pt x="3900" y="0"/>
                    <a:pt x="2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" name="Google Shape;156;p3"/>
          <p:cNvGrpSpPr/>
          <p:nvPr/>
        </p:nvGrpSpPr>
        <p:grpSpPr>
          <a:xfrm>
            <a:off x="2747588" y="377375"/>
            <a:ext cx="881930" cy="325254"/>
            <a:chOff x="4761438" y="4276425"/>
            <a:chExt cx="881930" cy="325254"/>
          </a:xfrm>
        </p:grpSpPr>
        <p:sp>
          <p:nvSpPr>
            <p:cNvPr id="157" name="Google Shape;157;p3"/>
            <p:cNvSpPr/>
            <p:nvPr/>
          </p:nvSpPr>
          <p:spPr>
            <a:xfrm>
              <a:off x="5424363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93" y="399"/>
                  </a:moveTo>
                  <a:lnTo>
                    <a:pt x="2593" y="2659"/>
                  </a:lnTo>
                  <a:lnTo>
                    <a:pt x="399" y="2659"/>
                  </a:lnTo>
                  <a:lnTo>
                    <a:pt x="399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69" y="3036"/>
                  </a:lnTo>
                  <a:lnTo>
                    <a:pt x="29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235220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99"/>
                  </a:moveTo>
                  <a:lnTo>
                    <a:pt x="2571" y="2659"/>
                  </a:lnTo>
                  <a:lnTo>
                    <a:pt x="399" y="2659"/>
                  </a:lnTo>
                  <a:lnTo>
                    <a:pt x="399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046076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99"/>
                  </a:moveTo>
                  <a:lnTo>
                    <a:pt x="2571" y="2659"/>
                  </a:lnTo>
                  <a:lnTo>
                    <a:pt x="400" y="2659"/>
                  </a:lnTo>
                  <a:lnTo>
                    <a:pt x="400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4856933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99"/>
                  </a:moveTo>
                  <a:lnTo>
                    <a:pt x="2571" y="2659"/>
                  </a:lnTo>
                  <a:lnTo>
                    <a:pt x="400" y="2659"/>
                  </a:lnTo>
                  <a:lnTo>
                    <a:pt x="400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360094" y="4529884"/>
              <a:ext cx="64310" cy="15899"/>
            </a:xfrm>
            <a:custGeom>
              <a:avLst/>
              <a:gdLst/>
              <a:ahLst/>
              <a:cxnLst/>
              <a:rect l="l" t="t" r="r" b="b"/>
              <a:pathLst>
                <a:path w="1529" h="378" extrusionOk="0">
                  <a:moveTo>
                    <a:pt x="0" y="1"/>
                  </a:moveTo>
                  <a:lnTo>
                    <a:pt x="0" y="378"/>
                  </a:lnTo>
                  <a:lnTo>
                    <a:pt x="1529" y="37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170951" y="4529884"/>
              <a:ext cx="64352" cy="15899"/>
            </a:xfrm>
            <a:custGeom>
              <a:avLst/>
              <a:gdLst/>
              <a:ahLst/>
              <a:cxnLst/>
              <a:rect l="l" t="t" r="r" b="b"/>
              <a:pathLst>
                <a:path w="1530" h="378" extrusionOk="0">
                  <a:moveTo>
                    <a:pt x="0" y="1"/>
                  </a:moveTo>
                  <a:lnTo>
                    <a:pt x="0" y="378"/>
                  </a:lnTo>
                  <a:lnTo>
                    <a:pt x="1529" y="37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4981808" y="4529884"/>
              <a:ext cx="64352" cy="15899"/>
            </a:xfrm>
            <a:custGeom>
              <a:avLst/>
              <a:gdLst/>
              <a:ahLst/>
              <a:cxnLst/>
              <a:rect l="l" t="t" r="r" b="b"/>
              <a:pathLst>
                <a:path w="1530" h="378" extrusionOk="0">
                  <a:moveTo>
                    <a:pt x="0" y="1"/>
                  </a:moveTo>
                  <a:lnTo>
                    <a:pt x="0" y="378"/>
                  </a:lnTo>
                  <a:lnTo>
                    <a:pt x="1529" y="37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4761438" y="4529884"/>
              <a:ext cx="99766" cy="15899"/>
            </a:xfrm>
            <a:custGeom>
              <a:avLst/>
              <a:gdLst/>
              <a:ahLst/>
              <a:cxnLst/>
              <a:rect l="l" t="t" r="r" b="b"/>
              <a:pathLst>
                <a:path w="2372" h="378" extrusionOk="0">
                  <a:moveTo>
                    <a:pt x="0" y="1"/>
                  </a:moveTo>
                  <a:lnTo>
                    <a:pt x="0" y="378"/>
                  </a:lnTo>
                  <a:lnTo>
                    <a:pt x="2371" y="378"/>
                  </a:lnTo>
                  <a:lnTo>
                    <a:pt x="237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544569" y="4529884"/>
              <a:ext cx="98799" cy="15899"/>
            </a:xfrm>
            <a:custGeom>
              <a:avLst/>
              <a:gdLst/>
              <a:ahLst/>
              <a:cxnLst/>
              <a:rect l="l" t="t" r="r" b="b"/>
              <a:pathLst>
                <a:path w="2349" h="378" extrusionOk="0">
                  <a:moveTo>
                    <a:pt x="0" y="1"/>
                  </a:moveTo>
                  <a:lnTo>
                    <a:pt x="0" y="378"/>
                  </a:lnTo>
                  <a:lnTo>
                    <a:pt x="2349" y="378"/>
                  </a:lnTo>
                  <a:lnTo>
                    <a:pt x="234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424363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93" y="377"/>
                  </a:moveTo>
                  <a:lnTo>
                    <a:pt x="2593" y="2637"/>
                  </a:lnTo>
                  <a:lnTo>
                    <a:pt x="399" y="2637"/>
                  </a:lnTo>
                  <a:lnTo>
                    <a:pt x="399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69" y="3036"/>
                  </a:lnTo>
                  <a:lnTo>
                    <a:pt x="29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5235220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77"/>
                  </a:moveTo>
                  <a:lnTo>
                    <a:pt x="2571" y="2637"/>
                  </a:lnTo>
                  <a:lnTo>
                    <a:pt x="399" y="2637"/>
                  </a:lnTo>
                  <a:lnTo>
                    <a:pt x="399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5046076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77"/>
                  </a:moveTo>
                  <a:lnTo>
                    <a:pt x="2571" y="2637"/>
                  </a:lnTo>
                  <a:lnTo>
                    <a:pt x="400" y="2637"/>
                  </a:lnTo>
                  <a:lnTo>
                    <a:pt x="400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4856933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77"/>
                  </a:moveTo>
                  <a:lnTo>
                    <a:pt x="2571" y="2637"/>
                  </a:lnTo>
                  <a:lnTo>
                    <a:pt x="400" y="2637"/>
                  </a:lnTo>
                  <a:lnTo>
                    <a:pt x="400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5360094" y="4331399"/>
              <a:ext cx="64310" cy="16824"/>
            </a:xfrm>
            <a:custGeom>
              <a:avLst/>
              <a:gdLst/>
              <a:ahLst/>
              <a:cxnLst/>
              <a:rect l="l" t="t" r="r" b="b"/>
              <a:pathLst>
                <a:path w="1529" h="400" extrusionOk="0">
                  <a:moveTo>
                    <a:pt x="0" y="1"/>
                  </a:moveTo>
                  <a:lnTo>
                    <a:pt x="0" y="400"/>
                  </a:lnTo>
                  <a:lnTo>
                    <a:pt x="1529" y="40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5170951" y="4331399"/>
              <a:ext cx="64352" cy="16824"/>
            </a:xfrm>
            <a:custGeom>
              <a:avLst/>
              <a:gdLst/>
              <a:ahLst/>
              <a:cxnLst/>
              <a:rect l="l" t="t" r="r" b="b"/>
              <a:pathLst>
                <a:path w="1530" h="400" extrusionOk="0">
                  <a:moveTo>
                    <a:pt x="0" y="1"/>
                  </a:moveTo>
                  <a:lnTo>
                    <a:pt x="0" y="400"/>
                  </a:lnTo>
                  <a:lnTo>
                    <a:pt x="1529" y="40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4981808" y="4331399"/>
              <a:ext cx="64352" cy="16824"/>
            </a:xfrm>
            <a:custGeom>
              <a:avLst/>
              <a:gdLst/>
              <a:ahLst/>
              <a:cxnLst/>
              <a:rect l="l" t="t" r="r" b="b"/>
              <a:pathLst>
                <a:path w="1530" h="400" extrusionOk="0">
                  <a:moveTo>
                    <a:pt x="0" y="1"/>
                  </a:moveTo>
                  <a:lnTo>
                    <a:pt x="0" y="400"/>
                  </a:lnTo>
                  <a:lnTo>
                    <a:pt x="1529" y="40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4761438" y="4331399"/>
              <a:ext cx="99766" cy="16824"/>
            </a:xfrm>
            <a:custGeom>
              <a:avLst/>
              <a:gdLst/>
              <a:ahLst/>
              <a:cxnLst/>
              <a:rect l="l" t="t" r="r" b="b"/>
              <a:pathLst>
                <a:path w="2372" h="400" extrusionOk="0">
                  <a:moveTo>
                    <a:pt x="0" y="1"/>
                  </a:moveTo>
                  <a:lnTo>
                    <a:pt x="0" y="400"/>
                  </a:lnTo>
                  <a:lnTo>
                    <a:pt x="2371" y="400"/>
                  </a:lnTo>
                  <a:lnTo>
                    <a:pt x="237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5544569" y="4331399"/>
              <a:ext cx="98799" cy="16824"/>
            </a:xfrm>
            <a:custGeom>
              <a:avLst/>
              <a:gdLst/>
              <a:ahLst/>
              <a:cxnLst/>
              <a:rect l="l" t="t" r="r" b="b"/>
              <a:pathLst>
                <a:path w="2349" h="400" extrusionOk="0">
                  <a:moveTo>
                    <a:pt x="0" y="1"/>
                  </a:moveTo>
                  <a:lnTo>
                    <a:pt x="0" y="400"/>
                  </a:lnTo>
                  <a:lnTo>
                    <a:pt x="2349" y="400"/>
                  </a:lnTo>
                  <a:lnTo>
                    <a:pt x="234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"/>
          <p:cNvSpPr txBox="1">
            <a:spLocks noGrp="1"/>
          </p:cNvSpPr>
          <p:nvPr>
            <p:ph type="title"/>
          </p:nvPr>
        </p:nvSpPr>
        <p:spPr>
          <a:xfrm>
            <a:off x="1556550" y="1352850"/>
            <a:ext cx="6030900" cy="24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44" name="Google Shape;444;p8"/>
          <p:cNvGrpSpPr/>
          <p:nvPr/>
        </p:nvGrpSpPr>
        <p:grpSpPr>
          <a:xfrm>
            <a:off x="4760865" y="-366944"/>
            <a:ext cx="819137" cy="1183093"/>
            <a:chOff x="4312241" y="155173"/>
            <a:chExt cx="711736" cy="1027883"/>
          </a:xfrm>
        </p:grpSpPr>
        <p:sp>
          <p:nvSpPr>
            <p:cNvPr id="445" name="Google Shape;445;p8"/>
            <p:cNvSpPr/>
            <p:nvPr/>
          </p:nvSpPr>
          <p:spPr>
            <a:xfrm>
              <a:off x="4714225" y="243176"/>
              <a:ext cx="251803" cy="689522"/>
            </a:xfrm>
            <a:custGeom>
              <a:avLst/>
              <a:gdLst/>
              <a:ahLst/>
              <a:cxnLst/>
              <a:rect l="l" t="t" r="r" b="b"/>
              <a:pathLst>
                <a:path w="7800" h="21359" extrusionOk="0">
                  <a:moveTo>
                    <a:pt x="7600" y="0"/>
                  </a:moveTo>
                  <a:lnTo>
                    <a:pt x="1" y="7600"/>
                  </a:lnTo>
                  <a:lnTo>
                    <a:pt x="1" y="21359"/>
                  </a:lnTo>
                  <a:lnTo>
                    <a:pt x="267" y="21359"/>
                  </a:lnTo>
                  <a:lnTo>
                    <a:pt x="267" y="7733"/>
                  </a:lnTo>
                  <a:lnTo>
                    <a:pt x="7800" y="200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4948113" y="190942"/>
              <a:ext cx="75864" cy="75154"/>
            </a:xfrm>
            <a:custGeom>
              <a:avLst/>
              <a:gdLst/>
              <a:ahLst/>
              <a:cxnLst/>
              <a:rect l="l" t="t" r="r" b="b"/>
              <a:pathLst>
                <a:path w="2350" h="2328" extrusionOk="0">
                  <a:moveTo>
                    <a:pt x="1175" y="267"/>
                  </a:moveTo>
                  <a:cubicBezTo>
                    <a:pt x="1663" y="267"/>
                    <a:pt x="2061" y="665"/>
                    <a:pt x="2061" y="1175"/>
                  </a:cubicBezTo>
                  <a:cubicBezTo>
                    <a:pt x="2061" y="1662"/>
                    <a:pt x="1663" y="2061"/>
                    <a:pt x="1175" y="2061"/>
                  </a:cubicBezTo>
                  <a:cubicBezTo>
                    <a:pt x="666" y="2061"/>
                    <a:pt x="267" y="1662"/>
                    <a:pt x="267" y="1175"/>
                  </a:cubicBezTo>
                  <a:cubicBezTo>
                    <a:pt x="267" y="665"/>
                    <a:pt x="666" y="267"/>
                    <a:pt x="1175" y="267"/>
                  </a:cubicBezTo>
                  <a:close/>
                  <a:moveTo>
                    <a:pt x="1175" y="1"/>
                  </a:moveTo>
                  <a:cubicBezTo>
                    <a:pt x="533" y="1"/>
                    <a:pt x="1" y="510"/>
                    <a:pt x="1" y="1175"/>
                  </a:cubicBezTo>
                  <a:cubicBezTo>
                    <a:pt x="1" y="1818"/>
                    <a:pt x="533" y="2327"/>
                    <a:pt x="1175" y="2327"/>
                  </a:cubicBezTo>
                  <a:cubicBezTo>
                    <a:pt x="1818" y="2327"/>
                    <a:pt x="2349" y="1818"/>
                    <a:pt x="2349" y="1175"/>
                  </a:cubicBezTo>
                  <a:cubicBezTo>
                    <a:pt x="2349" y="510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4680619" y="926957"/>
              <a:ext cx="75832" cy="75864"/>
            </a:xfrm>
            <a:custGeom>
              <a:avLst/>
              <a:gdLst/>
              <a:ahLst/>
              <a:cxnLst/>
              <a:rect l="l" t="t" r="r" b="b"/>
              <a:pathLst>
                <a:path w="2349" h="2350" extrusionOk="0">
                  <a:moveTo>
                    <a:pt x="1175" y="289"/>
                  </a:moveTo>
                  <a:cubicBezTo>
                    <a:pt x="1662" y="289"/>
                    <a:pt x="2061" y="687"/>
                    <a:pt x="2061" y="1175"/>
                  </a:cubicBezTo>
                  <a:cubicBezTo>
                    <a:pt x="2061" y="1662"/>
                    <a:pt x="1662" y="2061"/>
                    <a:pt x="1175" y="2061"/>
                  </a:cubicBezTo>
                  <a:cubicBezTo>
                    <a:pt x="687" y="2061"/>
                    <a:pt x="288" y="1662"/>
                    <a:pt x="288" y="1175"/>
                  </a:cubicBezTo>
                  <a:cubicBezTo>
                    <a:pt x="288" y="687"/>
                    <a:pt x="687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2" y="1"/>
                    <a:pt x="0" y="532"/>
                    <a:pt x="0" y="1175"/>
                  </a:cubicBezTo>
                  <a:cubicBezTo>
                    <a:pt x="0" y="1817"/>
                    <a:pt x="532" y="2349"/>
                    <a:pt x="1175" y="2349"/>
                  </a:cubicBezTo>
                  <a:cubicBezTo>
                    <a:pt x="1817" y="2349"/>
                    <a:pt x="2349" y="1817"/>
                    <a:pt x="2349" y="1175"/>
                  </a:cubicBezTo>
                  <a:cubicBezTo>
                    <a:pt x="2349" y="532"/>
                    <a:pt x="1817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4521110" y="221708"/>
              <a:ext cx="252514" cy="803996"/>
            </a:xfrm>
            <a:custGeom>
              <a:avLst/>
              <a:gdLst/>
              <a:ahLst/>
              <a:cxnLst/>
              <a:rect l="l" t="t" r="r" b="b"/>
              <a:pathLst>
                <a:path w="7822" h="24905" extrusionOk="0">
                  <a:moveTo>
                    <a:pt x="7622" y="0"/>
                  </a:moveTo>
                  <a:lnTo>
                    <a:pt x="1" y="7600"/>
                  </a:lnTo>
                  <a:lnTo>
                    <a:pt x="1" y="24904"/>
                  </a:lnTo>
                  <a:lnTo>
                    <a:pt x="289" y="24904"/>
                  </a:lnTo>
                  <a:lnTo>
                    <a:pt x="289" y="7733"/>
                  </a:lnTo>
                  <a:lnTo>
                    <a:pt x="7822" y="200"/>
                  </a:lnTo>
                  <a:lnTo>
                    <a:pt x="762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4754998" y="169507"/>
              <a:ext cx="75864" cy="75121"/>
            </a:xfrm>
            <a:custGeom>
              <a:avLst/>
              <a:gdLst/>
              <a:ahLst/>
              <a:cxnLst/>
              <a:rect l="l" t="t" r="r" b="b"/>
              <a:pathLst>
                <a:path w="2350" h="2327" extrusionOk="0">
                  <a:moveTo>
                    <a:pt x="1175" y="266"/>
                  </a:moveTo>
                  <a:cubicBezTo>
                    <a:pt x="1662" y="266"/>
                    <a:pt x="2083" y="665"/>
                    <a:pt x="2083" y="1174"/>
                  </a:cubicBezTo>
                  <a:cubicBezTo>
                    <a:pt x="2083" y="1662"/>
                    <a:pt x="1662" y="2061"/>
                    <a:pt x="1175" y="2061"/>
                  </a:cubicBezTo>
                  <a:cubicBezTo>
                    <a:pt x="687" y="2061"/>
                    <a:pt x="289" y="1662"/>
                    <a:pt x="289" y="1174"/>
                  </a:cubicBezTo>
                  <a:cubicBezTo>
                    <a:pt x="289" y="665"/>
                    <a:pt x="687" y="266"/>
                    <a:pt x="1175" y="266"/>
                  </a:cubicBezTo>
                  <a:close/>
                  <a:moveTo>
                    <a:pt x="1175" y="0"/>
                  </a:moveTo>
                  <a:cubicBezTo>
                    <a:pt x="532" y="0"/>
                    <a:pt x="1" y="510"/>
                    <a:pt x="1" y="1174"/>
                  </a:cubicBezTo>
                  <a:cubicBezTo>
                    <a:pt x="1" y="1817"/>
                    <a:pt x="532" y="2326"/>
                    <a:pt x="1175" y="2326"/>
                  </a:cubicBezTo>
                  <a:cubicBezTo>
                    <a:pt x="1817" y="2326"/>
                    <a:pt x="2349" y="1817"/>
                    <a:pt x="2349" y="1174"/>
                  </a:cubicBezTo>
                  <a:cubicBezTo>
                    <a:pt x="2349" y="510"/>
                    <a:pt x="1817" y="0"/>
                    <a:pt x="117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4488214" y="1019932"/>
              <a:ext cx="75121" cy="75864"/>
            </a:xfrm>
            <a:custGeom>
              <a:avLst/>
              <a:gdLst/>
              <a:ahLst/>
              <a:cxnLst/>
              <a:rect l="l" t="t" r="r" b="b"/>
              <a:pathLst>
                <a:path w="2327" h="2350" extrusionOk="0">
                  <a:moveTo>
                    <a:pt x="1152" y="289"/>
                  </a:moveTo>
                  <a:cubicBezTo>
                    <a:pt x="1662" y="289"/>
                    <a:pt x="2061" y="688"/>
                    <a:pt x="2061" y="1175"/>
                  </a:cubicBezTo>
                  <a:cubicBezTo>
                    <a:pt x="2061" y="1663"/>
                    <a:pt x="1662" y="2061"/>
                    <a:pt x="1152" y="2061"/>
                  </a:cubicBezTo>
                  <a:cubicBezTo>
                    <a:pt x="665" y="2061"/>
                    <a:pt x="266" y="1663"/>
                    <a:pt x="266" y="1175"/>
                  </a:cubicBezTo>
                  <a:cubicBezTo>
                    <a:pt x="266" y="688"/>
                    <a:pt x="665" y="289"/>
                    <a:pt x="1152" y="289"/>
                  </a:cubicBezTo>
                  <a:close/>
                  <a:moveTo>
                    <a:pt x="1152" y="1"/>
                  </a:moveTo>
                  <a:cubicBezTo>
                    <a:pt x="510" y="1"/>
                    <a:pt x="0" y="533"/>
                    <a:pt x="0" y="1175"/>
                  </a:cubicBezTo>
                  <a:cubicBezTo>
                    <a:pt x="0" y="1818"/>
                    <a:pt x="510" y="2349"/>
                    <a:pt x="1152" y="2349"/>
                  </a:cubicBezTo>
                  <a:cubicBezTo>
                    <a:pt x="1817" y="2349"/>
                    <a:pt x="2327" y="1818"/>
                    <a:pt x="2327" y="1175"/>
                  </a:cubicBezTo>
                  <a:cubicBezTo>
                    <a:pt x="2327" y="533"/>
                    <a:pt x="1817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4343006" y="208117"/>
              <a:ext cx="251804" cy="906977"/>
            </a:xfrm>
            <a:custGeom>
              <a:avLst/>
              <a:gdLst/>
              <a:ahLst/>
              <a:cxnLst/>
              <a:rect l="l" t="t" r="r" b="b"/>
              <a:pathLst>
                <a:path w="7800" h="28095" extrusionOk="0">
                  <a:moveTo>
                    <a:pt x="7600" y="0"/>
                  </a:moveTo>
                  <a:lnTo>
                    <a:pt x="1" y="7600"/>
                  </a:lnTo>
                  <a:lnTo>
                    <a:pt x="1" y="28095"/>
                  </a:lnTo>
                  <a:lnTo>
                    <a:pt x="289" y="28095"/>
                  </a:lnTo>
                  <a:lnTo>
                    <a:pt x="289" y="7711"/>
                  </a:lnTo>
                  <a:lnTo>
                    <a:pt x="7800" y="200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4576894" y="155173"/>
              <a:ext cx="75864" cy="75864"/>
            </a:xfrm>
            <a:custGeom>
              <a:avLst/>
              <a:gdLst/>
              <a:ahLst/>
              <a:cxnLst/>
              <a:rect l="l" t="t" r="r" b="b"/>
              <a:pathLst>
                <a:path w="2350" h="2350" extrusionOk="0">
                  <a:moveTo>
                    <a:pt x="1175" y="289"/>
                  </a:moveTo>
                  <a:cubicBezTo>
                    <a:pt x="1662" y="289"/>
                    <a:pt x="2061" y="688"/>
                    <a:pt x="2061" y="1175"/>
                  </a:cubicBezTo>
                  <a:cubicBezTo>
                    <a:pt x="2061" y="1663"/>
                    <a:pt x="1662" y="2084"/>
                    <a:pt x="1175" y="2084"/>
                  </a:cubicBezTo>
                  <a:cubicBezTo>
                    <a:pt x="688" y="2084"/>
                    <a:pt x="267" y="1663"/>
                    <a:pt x="267" y="1175"/>
                  </a:cubicBezTo>
                  <a:cubicBezTo>
                    <a:pt x="267" y="688"/>
                    <a:pt x="688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2" y="1"/>
                    <a:pt x="1" y="533"/>
                    <a:pt x="1" y="1175"/>
                  </a:cubicBezTo>
                  <a:cubicBezTo>
                    <a:pt x="1" y="1818"/>
                    <a:pt x="532" y="2349"/>
                    <a:pt x="1175" y="2349"/>
                  </a:cubicBezTo>
                  <a:cubicBezTo>
                    <a:pt x="1818" y="2349"/>
                    <a:pt x="2349" y="1818"/>
                    <a:pt x="2349" y="1175"/>
                  </a:cubicBezTo>
                  <a:cubicBezTo>
                    <a:pt x="2349" y="533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8"/>
            <p:cNvSpPr/>
            <p:nvPr/>
          </p:nvSpPr>
          <p:spPr>
            <a:xfrm>
              <a:off x="4312241" y="1107192"/>
              <a:ext cx="75864" cy="75864"/>
            </a:xfrm>
            <a:custGeom>
              <a:avLst/>
              <a:gdLst/>
              <a:ahLst/>
              <a:cxnLst/>
              <a:rect l="l" t="t" r="r" b="b"/>
              <a:pathLst>
                <a:path w="2350" h="2350" extrusionOk="0">
                  <a:moveTo>
                    <a:pt x="1175" y="289"/>
                  </a:moveTo>
                  <a:cubicBezTo>
                    <a:pt x="1685" y="289"/>
                    <a:pt x="2084" y="688"/>
                    <a:pt x="2084" y="1175"/>
                  </a:cubicBezTo>
                  <a:cubicBezTo>
                    <a:pt x="2084" y="1685"/>
                    <a:pt x="1685" y="2084"/>
                    <a:pt x="1175" y="2084"/>
                  </a:cubicBezTo>
                  <a:cubicBezTo>
                    <a:pt x="688" y="2084"/>
                    <a:pt x="289" y="1685"/>
                    <a:pt x="289" y="1175"/>
                  </a:cubicBezTo>
                  <a:cubicBezTo>
                    <a:pt x="289" y="688"/>
                    <a:pt x="688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3" y="1"/>
                    <a:pt x="1" y="533"/>
                    <a:pt x="1" y="1175"/>
                  </a:cubicBezTo>
                  <a:cubicBezTo>
                    <a:pt x="1" y="1840"/>
                    <a:pt x="533" y="2349"/>
                    <a:pt x="1175" y="2349"/>
                  </a:cubicBezTo>
                  <a:cubicBezTo>
                    <a:pt x="1818" y="2349"/>
                    <a:pt x="2349" y="1840"/>
                    <a:pt x="2349" y="1175"/>
                  </a:cubicBezTo>
                  <a:cubicBezTo>
                    <a:pt x="2349" y="533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" name="Google Shape;454;p8"/>
          <p:cNvGrpSpPr/>
          <p:nvPr/>
        </p:nvGrpSpPr>
        <p:grpSpPr>
          <a:xfrm flipH="1">
            <a:off x="-73590" y="112839"/>
            <a:ext cx="878375" cy="275404"/>
            <a:chOff x="8363724" y="112839"/>
            <a:chExt cx="878375" cy="275404"/>
          </a:xfrm>
        </p:grpSpPr>
        <p:grpSp>
          <p:nvGrpSpPr>
            <p:cNvPr id="455" name="Google Shape;455;p8"/>
            <p:cNvGrpSpPr/>
            <p:nvPr/>
          </p:nvGrpSpPr>
          <p:grpSpPr>
            <a:xfrm>
              <a:off x="8363724" y="112839"/>
              <a:ext cx="878375" cy="275404"/>
              <a:chOff x="6611124" y="570039"/>
              <a:chExt cx="878375" cy="275404"/>
            </a:xfrm>
          </p:grpSpPr>
          <p:sp>
            <p:nvSpPr>
              <p:cNvPr id="456" name="Google Shape;456;p8"/>
              <p:cNvSpPr/>
              <p:nvPr/>
            </p:nvSpPr>
            <p:spPr>
              <a:xfrm>
                <a:off x="6675495" y="570039"/>
                <a:ext cx="814003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25215" h="6050" extrusionOk="0">
                    <a:moveTo>
                      <a:pt x="5916" y="1"/>
                    </a:moveTo>
                    <a:lnTo>
                      <a:pt x="0" y="5894"/>
                    </a:lnTo>
                    <a:cubicBezTo>
                      <a:pt x="89" y="5938"/>
                      <a:pt x="178" y="5983"/>
                      <a:pt x="244" y="6049"/>
                    </a:cubicBezTo>
                    <a:lnTo>
                      <a:pt x="6027" y="266"/>
                    </a:lnTo>
                    <a:lnTo>
                      <a:pt x="25214" y="266"/>
                    </a:lnTo>
                    <a:lnTo>
                      <a:pt x="2521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6611124" y="755310"/>
                <a:ext cx="89423" cy="90133"/>
              </a:xfrm>
              <a:custGeom>
                <a:avLst/>
                <a:gdLst/>
                <a:ahLst/>
                <a:cxnLst/>
                <a:rect l="l" t="t" r="r" b="b"/>
                <a:pathLst>
                  <a:path w="2770" h="2792" extrusionOk="0">
                    <a:moveTo>
                      <a:pt x="1374" y="0"/>
                    </a:moveTo>
                    <a:cubicBezTo>
                      <a:pt x="621" y="0"/>
                      <a:pt x="0" y="620"/>
                      <a:pt x="0" y="1396"/>
                    </a:cubicBezTo>
                    <a:cubicBezTo>
                      <a:pt x="0" y="2171"/>
                      <a:pt x="621" y="2792"/>
                      <a:pt x="1374" y="2792"/>
                    </a:cubicBezTo>
                    <a:cubicBezTo>
                      <a:pt x="2149" y="2792"/>
                      <a:pt x="2770" y="2171"/>
                      <a:pt x="2770" y="1396"/>
                    </a:cubicBezTo>
                    <a:cubicBezTo>
                      <a:pt x="2770" y="953"/>
                      <a:pt x="2570" y="576"/>
                      <a:pt x="2238" y="310"/>
                    </a:cubicBezTo>
                    <a:lnTo>
                      <a:pt x="2083" y="487"/>
                    </a:lnTo>
                    <a:lnTo>
                      <a:pt x="1884" y="288"/>
                    </a:lnTo>
                    <a:lnTo>
                      <a:pt x="1994" y="155"/>
                    </a:lnTo>
                    <a:cubicBezTo>
                      <a:pt x="1817" y="66"/>
                      <a:pt x="1596" y="0"/>
                      <a:pt x="13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8" name="Google Shape;458;p8"/>
            <p:cNvSpPr/>
            <p:nvPr/>
          </p:nvSpPr>
          <p:spPr>
            <a:xfrm>
              <a:off x="8424512" y="303114"/>
              <a:ext cx="11493" cy="10750"/>
            </a:xfrm>
            <a:custGeom>
              <a:avLst/>
              <a:gdLst/>
              <a:ahLst/>
              <a:cxnLst/>
              <a:rect l="l" t="t" r="r" b="b"/>
              <a:pathLst>
                <a:path w="356" h="333" extrusionOk="0">
                  <a:moveTo>
                    <a:pt x="111" y="0"/>
                  </a:moveTo>
                  <a:lnTo>
                    <a:pt x="1" y="133"/>
                  </a:lnTo>
                  <a:lnTo>
                    <a:pt x="200" y="332"/>
                  </a:lnTo>
                  <a:lnTo>
                    <a:pt x="355" y="155"/>
                  </a:lnTo>
                  <a:cubicBezTo>
                    <a:pt x="289" y="89"/>
                    <a:pt x="200" y="44"/>
                    <a:pt x="111" y="0"/>
                  </a:cubicBezTo>
                  <a:close/>
                </a:path>
              </a:pathLst>
            </a:custGeom>
            <a:solidFill>
              <a:srgbClr val="FF4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" name="Google Shape;459;p8"/>
          <p:cNvGrpSpPr/>
          <p:nvPr/>
        </p:nvGrpSpPr>
        <p:grpSpPr>
          <a:xfrm>
            <a:off x="7197584" y="4561424"/>
            <a:ext cx="878357" cy="184270"/>
            <a:chOff x="919039" y="1581426"/>
            <a:chExt cx="600134" cy="125902"/>
          </a:xfrm>
        </p:grpSpPr>
        <p:sp>
          <p:nvSpPr>
            <p:cNvPr id="460" name="Google Shape;460;p8"/>
            <p:cNvSpPr/>
            <p:nvPr/>
          </p:nvSpPr>
          <p:spPr>
            <a:xfrm>
              <a:off x="1393982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7" y="3900"/>
                  </a:lnTo>
                  <a:lnTo>
                    <a:pt x="38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1156511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8" y="3900"/>
                  </a:lnTo>
                  <a:lnTo>
                    <a:pt x="3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919039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8" y="3900"/>
                  </a:lnTo>
                  <a:lnTo>
                    <a:pt x="3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951225" y="1640084"/>
              <a:ext cx="505705" cy="8619"/>
            </a:xfrm>
            <a:custGeom>
              <a:avLst/>
              <a:gdLst/>
              <a:ahLst/>
              <a:cxnLst/>
              <a:rect l="l" t="t" r="r" b="b"/>
              <a:pathLst>
                <a:path w="15665" h="267" extrusionOk="0">
                  <a:moveTo>
                    <a:pt x="0" y="0"/>
                  </a:moveTo>
                  <a:lnTo>
                    <a:pt x="0" y="266"/>
                  </a:lnTo>
                  <a:lnTo>
                    <a:pt x="15665" y="266"/>
                  </a:lnTo>
                  <a:lnTo>
                    <a:pt x="15665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8"/>
          <p:cNvGrpSpPr/>
          <p:nvPr/>
        </p:nvGrpSpPr>
        <p:grpSpPr>
          <a:xfrm>
            <a:off x="-638864" y="2668040"/>
            <a:ext cx="1591472" cy="841159"/>
            <a:chOff x="661553" y="1919040"/>
            <a:chExt cx="1591472" cy="841159"/>
          </a:xfrm>
        </p:grpSpPr>
        <p:sp>
          <p:nvSpPr>
            <p:cNvPr id="465" name="Google Shape;465;p8"/>
            <p:cNvSpPr/>
            <p:nvPr/>
          </p:nvSpPr>
          <p:spPr>
            <a:xfrm>
              <a:off x="661553" y="2267371"/>
              <a:ext cx="1400512" cy="411311"/>
            </a:xfrm>
            <a:custGeom>
              <a:avLst/>
              <a:gdLst/>
              <a:ahLst/>
              <a:cxnLst/>
              <a:rect l="l" t="t" r="r" b="b"/>
              <a:pathLst>
                <a:path w="43383" h="12741" extrusionOk="0">
                  <a:moveTo>
                    <a:pt x="24283" y="0"/>
                  </a:moveTo>
                  <a:lnTo>
                    <a:pt x="19387" y="4897"/>
                  </a:lnTo>
                  <a:lnTo>
                    <a:pt x="2304" y="4897"/>
                  </a:lnTo>
                  <a:lnTo>
                    <a:pt x="0" y="2593"/>
                  </a:lnTo>
                  <a:lnTo>
                    <a:pt x="0" y="2991"/>
                  </a:lnTo>
                  <a:lnTo>
                    <a:pt x="2193" y="5185"/>
                  </a:lnTo>
                  <a:lnTo>
                    <a:pt x="19498" y="5185"/>
                  </a:lnTo>
                  <a:lnTo>
                    <a:pt x="24416" y="266"/>
                  </a:lnTo>
                  <a:lnTo>
                    <a:pt x="30731" y="266"/>
                  </a:lnTo>
                  <a:lnTo>
                    <a:pt x="43183" y="12740"/>
                  </a:lnTo>
                  <a:cubicBezTo>
                    <a:pt x="43249" y="12674"/>
                    <a:pt x="43316" y="12607"/>
                    <a:pt x="43382" y="12541"/>
                  </a:cubicBezTo>
                  <a:lnTo>
                    <a:pt x="3084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8"/>
            <p:cNvSpPr/>
            <p:nvPr/>
          </p:nvSpPr>
          <p:spPr>
            <a:xfrm>
              <a:off x="661553" y="2117869"/>
              <a:ext cx="1493485" cy="209610"/>
            </a:xfrm>
            <a:custGeom>
              <a:avLst/>
              <a:gdLst/>
              <a:ahLst/>
              <a:cxnLst/>
              <a:rect l="l" t="t" r="r" b="b"/>
              <a:pathLst>
                <a:path w="46263" h="6493" extrusionOk="0">
                  <a:moveTo>
                    <a:pt x="21802" y="1"/>
                  </a:moveTo>
                  <a:lnTo>
                    <a:pt x="15598" y="6204"/>
                  </a:lnTo>
                  <a:lnTo>
                    <a:pt x="4343" y="6204"/>
                  </a:lnTo>
                  <a:lnTo>
                    <a:pt x="0" y="1862"/>
                  </a:lnTo>
                  <a:lnTo>
                    <a:pt x="0" y="2261"/>
                  </a:lnTo>
                  <a:lnTo>
                    <a:pt x="4232" y="6492"/>
                  </a:lnTo>
                  <a:lnTo>
                    <a:pt x="15709" y="6492"/>
                  </a:lnTo>
                  <a:lnTo>
                    <a:pt x="21935" y="267"/>
                  </a:lnTo>
                  <a:lnTo>
                    <a:pt x="46262" y="267"/>
                  </a:lnTo>
                  <a:cubicBezTo>
                    <a:pt x="46262" y="222"/>
                    <a:pt x="46262" y="178"/>
                    <a:pt x="46262" y="134"/>
                  </a:cubicBezTo>
                  <a:cubicBezTo>
                    <a:pt x="46262" y="89"/>
                    <a:pt x="46262" y="45"/>
                    <a:pt x="4626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2043446" y="2661479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266"/>
                  </a:moveTo>
                  <a:cubicBezTo>
                    <a:pt x="2216" y="266"/>
                    <a:pt x="2792" y="842"/>
                    <a:pt x="2792" y="1529"/>
                  </a:cubicBezTo>
                  <a:cubicBezTo>
                    <a:pt x="2792" y="2216"/>
                    <a:pt x="2216" y="2770"/>
                    <a:pt x="1529" y="2770"/>
                  </a:cubicBezTo>
                  <a:cubicBezTo>
                    <a:pt x="842" y="2770"/>
                    <a:pt x="288" y="2216"/>
                    <a:pt x="288" y="1529"/>
                  </a:cubicBezTo>
                  <a:cubicBezTo>
                    <a:pt x="288" y="842"/>
                    <a:pt x="842" y="266"/>
                    <a:pt x="1529" y="266"/>
                  </a:cubicBezTo>
                  <a:close/>
                  <a:moveTo>
                    <a:pt x="1529" y="0"/>
                  </a:moveTo>
                  <a:cubicBezTo>
                    <a:pt x="1174" y="0"/>
                    <a:pt x="842" y="133"/>
                    <a:pt x="576" y="333"/>
                  </a:cubicBezTo>
                  <a:lnTo>
                    <a:pt x="731" y="488"/>
                  </a:lnTo>
                  <a:lnTo>
                    <a:pt x="532" y="687"/>
                  </a:lnTo>
                  <a:lnTo>
                    <a:pt x="377" y="532"/>
                  </a:lnTo>
                  <a:cubicBezTo>
                    <a:pt x="155" y="798"/>
                    <a:pt x="0" y="1153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2155015" y="2072802"/>
              <a:ext cx="98010" cy="98752"/>
            </a:xfrm>
            <a:custGeom>
              <a:avLst/>
              <a:gdLst/>
              <a:ahLst/>
              <a:cxnLst/>
              <a:rect l="l" t="t" r="r" b="b"/>
              <a:pathLst>
                <a:path w="3036" h="3059" extrusionOk="0">
                  <a:moveTo>
                    <a:pt x="1507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3"/>
                    <a:pt x="1507" y="2793"/>
                  </a:cubicBezTo>
                  <a:cubicBezTo>
                    <a:pt x="820" y="2793"/>
                    <a:pt x="266" y="2216"/>
                    <a:pt x="266" y="1530"/>
                  </a:cubicBezTo>
                  <a:cubicBezTo>
                    <a:pt x="266" y="843"/>
                    <a:pt x="820" y="289"/>
                    <a:pt x="1507" y="289"/>
                  </a:cubicBezTo>
                  <a:close/>
                  <a:moveTo>
                    <a:pt x="1507" y="1"/>
                  </a:moveTo>
                  <a:cubicBezTo>
                    <a:pt x="732" y="1"/>
                    <a:pt x="67" y="621"/>
                    <a:pt x="0" y="1397"/>
                  </a:cubicBezTo>
                  <a:lnTo>
                    <a:pt x="133" y="1397"/>
                  </a:lnTo>
                  <a:lnTo>
                    <a:pt x="133" y="1663"/>
                  </a:lnTo>
                  <a:lnTo>
                    <a:pt x="0" y="1663"/>
                  </a:lnTo>
                  <a:cubicBezTo>
                    <a:pt x="67" y="2460"/>
                    <a:pt x="732" y="3058"/>
                    <a:pt x="1507" y="3058"/>
                  </a:cubicBezTo>
                  <a:cubicBezTo>
                    <a:pt x="2349" y="3058"/>
                    <a:pt x="3036" y="2372"/>
                    <a:pt x="3036" y="1530"/>
                  </a:cubicBezTo>
                  <a:cubicBezTo>
                    <a:pt x="3036" y="688"/>
                    <a:pt x="2349" y="1"/>
                    <a:pt x="150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8"/>
            <p:cNvSpPr/>
            <p:nvPr/>
          </p:nvSpPr>
          <p:spPr>
            <a:xfrm>
              <a:off x="2155015" y="2117869"/>
              <a:ext cx="4326" cy="8619"/>
            </a:xfrm>
            <a:custGeom>
              <a:avLst/>
              <a:gdLst/>
              <a:ahLst/>
              <a:cxnLst/>
              <a:rect l="l" t="t" r="r" b="b"/>
              <a:pathLst>
                <a:path w="134" h="267" extrusionOk="0">
                  <a:moveTo>
                    <a:pt x="0" y="1"/>
                  </a:moveTo>
                  <a:cubicBezTo>
                    <a:pt x="0" y="45"/>
                    <a:pt x="0" y="89"/>
                    <a:pt x="0" y="134"/>
                  </a:cubicBezTo>
                  <a:cubicBezTo>
                    <a:pt x="0" y="178"/>
                    <a:pt x="0" y="222"/>
                    <a:pt x="0" y="267"/>
                  </a:cubicBezTo>
                  <a:lnTo>
                    <a:pt x="133" y="267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8"/>
            <p:cNvSpPr/>
            <p:nvPr/>
          </p:nvSpPr>
          <p:spPr>
            <a:xfrm>
              <a:off x="1779502" y="1951936"/>
              <a:ext cx="3616" cy="8619"/>
            </a:xfrm>
            <a:custGeom>
              <a:avLst/>
              <a:gdLst/>
              <a:ahLst/>
              <a:cxnLst/>
              <a:rect l="l" t="t" r="r" b="b"/>
              <a:pathLst>
                <a:path w="112" h="267" extrusionOk="0">
                  <a:moveTo>
                    <a:pt x="89" y="0"/>
                  </a:moveTo>
                  <a:cubicBezTo>
                    <a:pt x="67" y="89"/>
                    <a:pt x="23" y="178"/>
                    <a:pt x="0" y="266"/>
                  </a:cubicBezTo>
                  <a:lnTo>
                    <a:pt x="111" y="26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8"/>
            <p:cNvSpPr/>
            <p:nvPr/>
          </p:nvSpPr>
          <p:spPr>
            <a:xfrm>
              <a:off x="951936" y="1951936"/>
              <a:ext cx="821138" cy="187432"/>
            </a:xfrm>
            <a:custGeom>
              <a:avLst/>
              <a:gdLst/>
              <a:ahLst/>
              <a:cxnLst/>
              <a:rect l="l" t="t" r="r" b="b"/>
              <a:pathLst>
                <a:path w="25436" h="5806" extrusionOk="0">
                  <a:moveTo>
                    <a:pt x="10436" y="0"/>
                  </a:moveTo>
                  <a:lnTo>
                    <a:pt x="4919" y="5539"/>
                  </a:lnTo>
                  <a:lnTo>
                    <a:pt x="0" y="5539"/>
                  </a:lnTo>
                  <a:lnTo>
                    <a:pt x="0" y="5805"/>
                  </a:lnTo>
                  <a:lnTo>
                    <a:pt x="5030" y="5805"/>
                  </a:lnTo>
                  <a:lnTo>
                    <a:pt x="10569" y="266"/>
                  </a:lnTo>
                  <a:lnTo>
                    <a:pt x="25369" y="266"/>
                  </a:lnTo>
                  <a:cubicBezTo>
                    <a:pt x="25369" y="178"/>
                    <a:pt x="25392" y="89"/>
                    <a:pt x="2543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8"/>
            <p:cNvSpPr/>
            <p:nvPr/>
          </p:nvSpPr>
          <p:spPr>
            <a:xfrm>
              <a:off x="851795" y="2077096"/>
              <a:ext cx="98752" cy="98752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1529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43" y="2792"/>
                    <a:pt x="266" y="2216"/>
                    <a:pt x="266" y="1530"/>
                  </a:cubicBezTo>
                  <a:cubicBezTo>
                    <a:pt x="266" y="843"/>
                    <a:pt x="843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1" y="688"/>
                    <a:pt x="1" y="1530"/>
                  </a:cubicBezTo>
                  <a:cubicBezTo>
                    <a:pt x="1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8"/>
            <p:cNvSpPr/>
            <p:nvPr/>
          </p:nvSpPr>
          <p:spPr>
            <a:xfrm>
              <a:off x="1770205" y="1919040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0"/>
                  </a:moveTo>
                  <a:cubicBezTo>
                    <a:pt x="864" y="0"/>
                    <a:pt x="288" y="421"/>
                    <a:pt x="89" y="1019"/>
                  </a:cubicBezTo>
                  <a:lnTo>
                    <a:pt x="377" y="1019"/>
                  </a:lnTo>
                  <a:cubicBezTo>
                    <a:pt x="576" y="576"/>
                    <a:pt x="1020" y="288"/>
                    <a:pt x="1529" y="288"/>
                  </a:cubicBez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70"/>
                    <a:pt x="1529" y="2770"/>
                  </a:cubicBezTo>
                  <a:cubicBezTo>
                    <a:pt x="842" y="2770"/>
                    <a:pt x="266" y="2216"/>
                    <a:pt x="266" y="1529"/>
                  </a:cubicBezTo>
                  <a:cubicBezTo>
                    <a:pt x="266" y="1440"/>
                    <a:pt x="288" y="1374"/>
                    <a:pt x="288" y="1285"/>
                  </a:cubicBezTo>
                  <a:lnTo>
                    <a:pt x="22" y="1285"/>
                  </a:lnTo>
                  <a:cubicBezTo>
                    <a:pt x="0" y="1374"/>
                    <a:pt x="0" y="1440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8"/>
            <p:cNvSpPr/>
            <p:nvPr/>
          </p:nvSpPr>
          <p:spPr>
            <a:xfrm>
              <a:off x="1770915" y="1951936"/>
              <a:ext cx="11460" cy="8619"/>
            </a:xfrm>
            <a:custGeom>
              <a:avLst/>
              <a:gdLst/>
              <a:ahLst/>
              <a:cxnLst/>
              <a:rect l="l" t="t" r="r" b="b"/>
              <a:pathLst>
                <a:path w="355" h="267" extrusionOk="0">
                  <a:moveTo>
                    <a:pt x="67" y="0"/>
                  </a:moveTo>
                  <a:cubicBezTo>
                    <a:pt x="23" y="89"/>
                    <a:pt x="0" y="178"/>
                    <a:pt x="0" y="266"/>
                  </a:cubicBezTo>
                  <a:lnTo>
                    <a:pt x="266" y="266"/>
                  </a:lnTo>
                  <a:cubicBezTo>
                    <a:pt x="289" y="178"/>
                    <a:pt x="333" y="89"/>
                    <a:pt x="35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475;p8"/>
          <p:cNvGrpSpPr/>
          <p:nvPr/>
        </p:nvGrpSpPr>
        <p:grpSpPr>
          <a:xfrm>
            <a:off x="3935356" y="4583399"/>
            <a:ext cx="182798" cy="598473"/>
            <a:chOff x="3638102" y="4583399"/>
            <a:chExt cx="182798" cy="598473"/>
          </a:xfrm>
        </p:grpSpPr>
        <p:sp>
          <p:nvSpPr>
            <p:cNvPr id="476" name="Google Shape;476;p8"/>
            <p:cNvSpPr/>
            <p:nvPr/>
          </p:nvSpPr>
          <p:spPr>
            <a:xfrm>
              <a:off x="3710947" y="4755502"/>
              <a:ext cx="21214" cy="426370"/>
            </a:xfrm>
            <a:custGeom>
              <a:avLst/>
              <a:gdLst/>
              <a:ahLst/>
              <a:cxnLst/>
              <a:rect l="l" t="t" r="r" b="b"/>
              <a:pathLst>
                <a:path w="355" h="7135" extrusionOk="0">
                  <a:moveTo>
                    <a:pt x="0" y="1"/>
                  </a:moveTo>
                  <a:lnTo>
                    <a:pt x="0" y="7135"/>
                  </a:lnTo>
                  <a:lnTo>
                    <a:pt x="355" y="7135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8"/>
            <p:cNvSpPr/>
            <p:nvPr/>
          </p:nvSpPr>
          <p:spPr>
            <a:xfrm>
              <a:off x="3638102" y="4583399"/>
              <a:ext cx="182798" cy="181424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1862" y="266"/>
                    <a:pt x="2172" y="399"/>
                    <a:pt x="2394" y="643"/>
                  </a:cubicBezTo>
                  <a:cubicBezTo>
                    <a:pt x="2638" y="864"/>
                    <a:pt x="2770" y="1175"/>
                    <a:pt x="2770" y="1507"/>
                  </a:cubicBezTo>
                  <a:cubicBezTo>
                    <a:pt x="2770" y="1839"/>
                    <a:pt x="2638" y="2172"/>
                    <a:pt x="2394" y="2393"/>
                  </a:cubicBezTo>
                  <a:cubicBezTo>
                    <a:pt x="2172" y="2637"/>
                    <a:pt x="1862" y="2770"/>
                    <a:pt x="1530" y="2770"/>
                  </a:cubicBezTo>
                  <a:cubicBezTo>
                    <a:pt x="1197" y="2770"/>
                    <a:pt x="865" y="2637"/>
                    <a:pt x="643" y="2393"/>
                  </a:cubicBezTo>
                  <a:cubicBezTo>
                    <a:pt x="400" y="2172"/>
                    <a:pt x="267" y="1839"/>
                    <a:pt x="267" y="1507"/>
                  </a:cubicBezTo>
                  <a:cubicBezTo>
                    <a:pt x="267" y="1175"/>
                    <a:pt x="400" y="864"/>
                    <a:pt x="643" y="643"/>
                  </a:cubicBezTo>
                  <a:cubicBezTo>
                    <a:pt x="865" y="399"/>
                    <a:pt x="1197" y="266"/>
                    <a:pt x="1530" y="266"/>
                  </a:cubicBezTo>
                  <a:close/>
                  <a:moveTo>
                    <a:pt x="1530" y="0"/>
                  </a:moveTo>
                  <a:cubicBezTo>
                    <a:pt x="1109" y="0"/>
                    <a:pt x="732" y="155"/>
                    <a:pt x="444" y="443"/>
                  </a:cubicBezTo>
                  <a:cubicBezTo>
                    <a:pt x="156" y="731"/>
                    <a:pt x="1" y="1108"/>
                    <a:pt x="1" y="1507"/>
                  </a:cubicBezTo>
                  <a:cubicBezTo>
                    <a:pt x="1" y="1928"/>
                    <a:pt x="156" y="2305"/>
                    <a:pt x="444" y="2593"/>
                  </a:cubicBezTo>
                  <a:cubicBezTo>
                    <a:pt x="732" y="2881"/>
                    <a:pt x="1109" y="3036"/>
                    <a:pt x="1530" y="3036"/>
                  </a:cubicBezTo>
                  <a:cubicBezTo>
                    <a:pt x="1928" y="3036"/>
                    <a:pt x="2305" y="2881"/>
                    <a:pt x="2593" y="2593"/>
                  </a:cubicBezTo>
                  <a:cubicBezTo>
                    <a:pt x="2881" y="2305"/>
                    <a:pt x="3058" y="1928"/>
                    <a:pt x="3058" y="1507"/>
                  </a:cubicBezTo>
                  <a:cubicBezTo>
                    <a:pt x="3058" y="1108"/>
                    <a:pt x="2881" y="731"/>
                    <a:pt x="2593" y="443"/>
                  </a:cubicBezTo>
                  <a:cubicBezTo>
                    <a:pt x="2305" y="155"/>
                    <a:pt x="1928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8" name="Google Shape;478;p8"/>
          <p:cNvGrpSpPr/>
          <p:nvPr/>
        </p:nvGrpSpPr>
        <p:grpSpPr>
          <a:xfrm>
            <a:off x="6693628" y="4744172"/>
            <a:ext cx="182798" cy="598473"/>
            <a:chOff x="3638102" y="4583399"/>
            <a:chExt cx="182798" cy="598473"/>
          </a:xfrm>
        </p:grpSpPr>
        <p:sp>
          <p:nvSpPr>
            <p:cNvPr id="479" name="Google Shape;479;p8"/>
            <p:cNvSpPr/>
            <p:nvPr/>
          </p:nvSpPr>
          <p:spPr>
            <a:xfrm>
              <a:off x="3710947" y="4755502"/>
              <a:ext cx="21214" cy="426370"/>
            </a:xfrm>
            <a:custGeom>
              <a:avLst/>
              <a:gdLst/>
              <a:ahLst/>
              <a:cxnLst/>
              <a:rect l="l" t="t" r="r" b="b"/>
              <a:pathLst>
                <a:path w="355" h="7135" extrusionOk="0">
                  <a:moveTo>
                    <a:pt x="0" y="1"/>
                  </a:moveTo>
                  <a:lnTo>
                    <a:pt x="0" y="7135"/>
                  </a:lnTo>
                  <a:lnTo>
                    <a:pt x="355" y="7135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8"/>
            <p:cNvSpPr/>
            <p:nvPr/>
          </p:nvSpPr>
          <p:spPr>
            <a:xfrm>
              <a:off x="3638102" y="4583399"/>
              <a:ext cx="182798" cy="181424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1862" y="266"/>
                    <a:pt x="2172" y="399"/>
                    <a:pt x="2394" y="643"/>
                  </a:cubicBezTo>
                  <a:cubicBezTo>
                    <a:pt x="2638" y="864"/>
                    <a:pt x="2770" y="1175"/>
                    <a:pt x="2770" y="1507"/>
                  </a:cubicBezTo>
                  <a:cubicBezTo>
                    <a:pt x="2770" y="1839"/>
                    <a:pt x="2638" y="2172"/>
                    <a:pt x="2394" y="2393"/>
                  </a:cubicBezTo>
                  <a:cubicBezTo>
                    <a:pt x="2172" y="2637"/>
                    <a:pt x="1862" y="2770"/>
                    <a:pt x="1530" y="2770"/>
                  </a:cubicBezTo>
                  <a:cubicBezTo>
                    <a:pt x="1197" y="2770"/>
                    <a:pt x="865" y="2637"/>
                    <a:pt x="643" y="2393"/>
                  </a:cubicBezTo>
                  <a:cubicBezTo>
                    <a:pt x="400" y="2172"/>
                    <a:pt x="267" y="1839"/>
                    <a:pt x="267" y="1507"/>
                  </a:cubicBezTo>
                  <a:cubicBezTo>
                    <a:pt x="267" y="1175"/>
                    <a:pt x="400" y="864"/>
                    <a:pt x="643" y="643"/>
                  </a:cubicBezTo>
                  <a:cubicBezTo>
                    <a:pt x="865" y="399"/>
                    <a:pt x="1197" y="266"/>
                    <a:pt x="1530" y="266"/>
                  </a:cubicBezTo>
                  <a:close/>
                  <a:moveTo>
                    <a:pt x="1530" y="0"/>
                  </a:moveTo>
                  <a:cubicBezTo>
                    <a:pt x="1109" y="0"/>
                    <a:pt x="732" y="155"/>
                    <a:pt x="444" y="443"/>
                  </a:cubicBezTo>
                  <a:cubicBezTo>
                    <a:pt x="156" y="731"/>
                    <a:pt x="1" y="1108"/>
                    <a:pt x="1" y="1507"/>
                  </a:cubicBezTo>
                  <a:cubicBezTo>
                    <a:pt x="1" y="1928"/>
                    <a:pt x="156" y="2305"/>
                    <a:pt x="444" y="2593"/>
                  </a:cubicBezTo>
                  <a:cubicBezTo>
                    <a:pt x="732" y="2881"/>
                    <a:pt x="1109" y="3036"/>
                    <a:pt x="1530" y="3036"/>
                  </a:cubicBezTo>
                  <a:cubicBezTo>
                    <a:pt x="1928" y="3036"/>
                    <a:pt x="2305" y="2881"/>
                    <a:pt x="2593" y="2593"/>
                  </a:cubicBezTo>
                  <a:cubicBezTo>
                    <a:pt x="2881" y="2305"/>
                    <a:pt x="3058" y="1928"/>
                    <a:pt x="3058" y="1507"/>
                  </a:cubicBezTo>
                  <a:cubicBezTo>
                    <a:pt x="3058" y="1108"/>
                    <a:pt x="2881" y="731"/>
                    <a:pt x="2593" y="443"/>
                  </a:cubicBezTo>
                  <a:cubicBezTo>
                    <a:pt x="2305" y="155"/>
                    <a:pt x="1928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1" name="Google Shape;481;p8"/>
          <p:cNvGrpSpPr/>
          <p:nvPr/>
        </p:nvGrpSpPr>
        <p:grpSpPr>
          <a:xfrm>
            <a:off x="8271407" y="2454825"/>
            <a:ext cx="444699" cy="714806"/>
            <a:chOff x="8348444" y="2302425"/>
            <a:chExt cx="444699" cy="714806"/>
          </a:xfrm>
        </p:grpSpPr>
        <p:sp>
          <p:nvSpPr>
            <p:cNvPr id="482" name="Google Shape;482;p8"/>
            <p:cNvSpPr/>
            <p:nvPr/>
          </p:nvSpPr>
          <p:spPr>
            <a:xfrm>
              <a:off x="8348444" y="2302425"/>
              <a:ext cx="368261" cy="714806"/>
            </a:xfrm>
            <a:custGeom>
              <a:avLst/>
              <a:gdLst/>
              <a:ahLst/>
              <a:cxnLst/>
              <a:rect l="l" t="t" r="r" b="b"/>
              <a:pathLst>
                <a:path w="9395" h="18236" extrusionOk="0">
                  <a:moveTo>
                    <a:pt x="4476" y="1"/>
                  </a:moveTo>
                  <a:lnTo>
                    <a:pt x="0" y="4587"/>
                  </a:lnTo>
                  <a:lnTo>
                    <a:pt x="0" y="18235"/>
                  </a:lnTo>
                  <a:lnTo>
                    <a:pt x="9395" y="18235"/>
                  </a:lnTo>
                  <a:lnTo>
                    <a:pt x="93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8"/>
            <p:cNvSpPr/>
            <p:nvPr/>
          </p:nvSpPr>
          <p:spPr>
            <a:xfrm>
              <a:off x="8652425" y="2518678"/>
              <a:ext cx="140719" cy="38257"/>
            </a:xfrm>
            <a:custGeom>
              <a:avLst/>
              <a:gdLst/>
              <a:ahLst/>
              <a:cxnLst/>
              <a:rect l="l" t="t" r="r" b="b"/>
              <a:pathLst>
                <a:path w="3590" h="976" extrusionOk="0">
                  <a:moveTo>
                    <a:pt x="0" y="1"/>
                  </a:moveTo>
                  <a:lnTo>
                    <a:pt x="0" y="976"/>
                  </a:lnTo>
                  <a:lnTo>
                    <a:pt x="3589" y="976"/>
                  </a:lnTo>
                  <a:lnTo>
                    <a:pt x="35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8"/>
            <p:cNvSpPr/>
            <p:nvPr/>
          </p:nvSpPr>
          <p:spPr>
            <a:xfrm>
              <a:off x="8652425" y="2645482"/>
              <a:ext cx="140719" cy="38257"/>
            </a:xfrm>
            <a:custGeom>
              <a:avLst/>
              <a:gdLst/>
              <a:ahLst/>
              <a:cxnLst/>
              <a:rect l="l" t="t" r="r" b="b"/>
              <a:pathLst>
                <a:path w="3590" h="976" extrusionOk="0">
                  <a:moveTo>
                    <a:pt x="0" y="1"/>
                  </a:moveTo>
                  <a:lnTo>
                    <a:pt x="0" y="975"/>
                  </a:lnTo>
                  <a:lnTo>
                    <a:pt x="3589" y="975"/>
                  </a:lnTo>
                  <a:lnTo>
                    <a:pt x="35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8"/>
            <p:cNvSpPr/>
            <p:nvPr/>
          </p:nvSpPr>
          <p:spPr>
            <a:xfrm>
              <a:off x="8652425" y="2772286"/>
              <a:ext cx="140719" cy="37394"/>
            </a:xfrm>
            <a:custGeom>
              <a:avLst/>
              <a:gdLst/>
              <a:ahLst/>
              <a:cxnLst/>
              <a:rect l="l" t="t" r="r" b="b"/>
              <a:pathLst>
                <a:path w="3590" h="954" extrusionOk="0">
                  <a:moveTo>
                    <a:pt x="0" y="0"/>
                  </a:moveTo>
                  <a:lnTo>
                    <a:pt x="0" y="953"/>
                  </a:lnTo>
                  <a:lnTo>
                    <a:pt x="3589" y="953"/>
                  </a:lnTo>
                  <a:lnTo>
                    <a:pt x="35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8"/>
            <p:cNvSpPr/>
            <p:nvPr/>
          </p:nvSpPr>
          <p:spPr>
            <a:xfrm>
              <a:off x="8652425" y="2899090"/>
              <a:ext cx="140719" cy="37355"/>
            </a:xfrm>
            <a:custGeom>
              <a:avLst/>
              <a:gdLst/>
              <a:ahLst/>
              <a:cxnLst/>
              <a:rect l="l" t="t" r="r" b="b"/>
              <a:pathLst>
                <a:path w="3590" h="953" extrusionOk="0">
                  <a:moveTo>
                    <a:pt x="0" y="0"/>
                  </a:moveTo>
                  <a:lnTo>
                    <a:pt x="0" y="953"/>
                  </a:lnTo>
                  <a:lnTo>
                    <a:pt x="3589" y="953"/>
                  </a:lnTo>
                  <a:lnTo>
                    <a:pt x="35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7" name="Google Shape;487;p8"/>
          <p:cNvGrpSpPr/>
          <p:nvPr/>
        </p:nvGrpSpPr>
        <p:grpSpPr>
          <a:xfrm>
            <a:off x="8772496" y="3656885"/>
            <a:ext cx="399902" cy="651901"/>
            <a:chOff x="8772496" y="3715501"/>
            <a:chExt cx="399902" cy="651901"/>
          </a:xfrm>
        </p:grpSpPr>
        <p:sp>
          <p:nvSpPr>
            <p:cNvPr id="488" name="Google Shape;488;p8"/>
            <p:cNvSpPr/>
            <p:nvPr/>
          </p:nvSpPr>
          <p:spPr>
            <a:xfrm>
              <a:off x="8838105" y="3859218"/>
              <a:ext cx="334293" cy="508184"/>
            </a:xfrm>
            <a:custGeom>
              <a:avLst/>
              <a:gdLst/>
              <a:ahLst/>
              <a:cxnLst/>
              <a:rect l="l" t="t" r="r" b="b"/>
              <a:pathLst>
                <a:path w="7113" h="10813" extrusionOk="0">
                  <a:moveTo>
                    <a:pt x="0" y="1"/>
                  </a:moveTo>
                  <a:lnTo>
                    <a:pt x="0" y="3723"/>
                  </a:lnTo>
                  <a:lnTo>
                    <a:pt x="7112" y="10813"/>
                  </a:lnTo>
                  <a:lnTo>
                    <a:pt x="7112" y="10436"/>
                  </a:lnTo>
                  <a:lnTo>
                    <a:pt x="288" y="3612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8"/>
            <p:cNvSpPr/>
            <p:nvPr/>
          </p:nvSpPr>
          <p:spPr>
            <a:xfrm>
              <a:off x="8772496" y="3715501"/>
              <a:ext cx="143718" cy="143765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89"/>
                  </a:moveTo>
                  <a:cubicBezTo>
                    <a:pt x="2216" y="289"/>
                    <a:pt x="2792" y="843"/>
                    <a:pt x="2792" y="1530"/>
                  </a:cubicBezTo>
                  <a:cubicBezTo>
                    <a:pt x="2792" y="2217"/>
                    <a:pt x="2216" y="2793"/>
                    <a:pt x="1529" y="2793"/>
                  </a:cubicBezTo>
                  <a:cubicBezTo>
                    <a:pt x="842" y="2793"/>
                    <a:pt x="288" y="2217"/>
                    <a:pt x="288" y="1530"/>
                  </a:cubicBezTo>
                  <a:cubicBezTo>
                    <a:pt x="288" y="843"/>
                    <a:pt x="842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8"/>
                    <a:pt x="0" y="1530"/>
                  </a:cubicBezTo>
                  <a:cubicBezTo>
                    <a:pt x="0" y="2327"/>
                    <a:pt x="621" y="2992"/>
                    <a:pt x="1396" y="3059"/>
                  </a:cubicBezTo>
                  <a:lnTo>
                    <a:pt x="1396" y="2926"/>
                  </a:lnTo>
                  <a:lnTo>
                    <a:pt x="1684" y="2926"/>
                  </a:lnTo>
                  <a:lnTo>
                    <a:pt x="1684" y="3059"/>
                  </a:lnTo>
                  <a:cubicBezTo>
                    <a:pt x="2460" y="2992"/>
                    <a:pt x="3058" y="2327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" name="Google Shape;490;p8"/>
          <p:cNvGrpSpPr/>
          <p:nvPr/>
        </p:nvGrpSpPr>
        <p:grpSpPr>
          <a:xfrm rot="10800000">
            <a:off x="2329585" y="-249073"/>
            <a:ext cx="184279" cy="603321"/>
            <a:chOff x="3638102" y="4583399"/>
            <a:chExt cx="182798" cy="598473"/>
          </a:xfrm>
        </p:grpSpPr>
        <p:sp>
          <p:nvSpPr>
            <p:cNvPr id="491" name="Google Shape;491;p8"/>
            <p:cNvSpPr/>
            <p:nvPr/>
          </p:nvSpPr>
          <p:spPr>
            <a:xfrm>
              <a:off x="3710947" y="4755502"/>
              <a:ext cx="21214" cy="426370"/>
            </a:xfrm>
            <a:custGeom>
              <a:avLst/>
              <a:gdLst/>
              <a:ahLst/>
              <a:cxnLst/>
              <a:rect l="l" t="t" r="r" b="b"/>
              <a:pathLst>
                <a:path w="355" h="7135" extrusionOk="0">
                  <a:moveTo>
                    <a:pt x="0" y="1"/>
                  </a:moveTo>
                  <a:lnTo>
                    <a:pt x="0" y="7135"/>
                  </a:lnTo>
                  <a:lnTo>
                    <a:pt x="355" y="7135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8"/>
            <p:cNvSpPr/>
            <p:nvPr/>
          </p:nvSpPr>
          <p:spPr>
            <a:xfrm>
              <a:off x="3638102" y="4583399"/>
              <a:ext cx="182798" cy="181424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1862" y="266"/>
                    <a:pt x="2172" y="399"/>
                    <a:pt x="2394" y="643"/>
                  </a:cubicBezTo>
                  <a:cubicBezTo>
                    <a:pt x="2638" y="864"/>
                    <a:pt x="2770" y="1175"/>
                    <a:pt x="2770" y="1507"/>
                  </a:cubicBezTo>
                  <a:cubicBezTo>
                    <a:pt x="2770" y="1839"/>
                    <a:pt x="2638" y="2172"/>
                    <a:pt x="2394" y="2393"/>
                  </a:cubicBezTo>
                  <a:cubicBezTo>
                    <a:pt x="2172" y="2637"/>
                    <a:pt x="1862" y="2770"/>
                    <a:pt x="1530" y="2770"/>
                  </a:cubicBezTo>
                  <a:cubicBezTo>
                    <a:pt x="1197" y="2770"/>
                    <a:pt x="865" y="2637"/>
                    <a:pt x="643" y="2393"/>
                  </a:cubicBezTo>
                  <a:cubicBezTo>
                    <a:pt x="400" y="2172"/>
                    <a:pt x="267" y="1839"/>
                    <a:pt x="267" y="1507"/>
                  </a:cubicBezTo>
                  <a:cubicBezTo>
                    <a:pt x="267" y="1175"/>
                    <a:pt x="400" y="864"/>
                    <a:pt x="643" y="643"/>
                  </a:cubicBezTo>
                  <a:cubicBezTo>
                    <a:pt x="865" y="399"/>
                    <a:pt x="1197" y="266"/>
                    <a:pt x="1530" y="266"/>
                  </a:cubicBezTo>
                  <a:close/>
                  <a:moveTo>
                    <a:pt x="1530" y="0"/>
                  </a:moveTo>
                  <a:cubicBezTo>
                    <a:pt x="1109" y="0"/>
                    <a:pt x="732" y="155"/>
                    <a:pt x="444" y="443"/>
                  </a:cubicBezTo>
                  <a:cubicBezTo>
                    <a:pt x="156" y="731"/>
                    <a:pt x="1" y="1108"/>
                    <a:pt x="1" y="1507"/>
                  </a:cubicBezTo>
                  <a:cubicBezTo>
                    <a:pt x="1" y="1928"/>
                    <a:pt x="156" y="2305"/>
                    <a:pt x="444" y="2593"/>
                  </a:cubicBezTo>
                  <a:cubicBezTo>
                    <a:pt x="732" y="2881"/>
                    <a:pt x="1109" y="3036"/>
                    <a:pt x="1530" y="3036"/>
                  </a:cubicBezTo>
                  <a:cubicBezTo>
                    <a:pt x="1928" y="3036"/>
                    <a:pt x="2305" y="2881"/>
                    <a:pt x="2593" y="2593"/>
                  </a:cubicBezTo>
                  <a:cubicBezTo>
                    <a:pt x="2881" y="2305"/>
                    <a:pt x="3058" y="1928"/>
                    <a:pt x="3058" y="1507"/>
                  </a:cubicBezTo>
                  <a:cubicBezTo>
                    <a:pt x="3058" y="1108"/>
                    <a:pt x="2881" y="731"/>
                    <a:pt x="2593" y="443"/>
                  </a:cubicBezTo>
                  <a:cubicBezTo>
                    <a:pt x="2305" y="155"/>
                    <a:pt x="1928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8"/>
          <p:cNvGrpSpPr/>
          <p:nvPr/>
        </p:nvGrpSpPr>
        <p:grpSpPr>
          <a:xfrm rot="10800000">
            <a:off x="6340770" y="203461"/>
            <a:ext cx="3434729" cy="1094377"/>
            <a:chOff x="1035175" y="739350"/>
            <a:chExt cx="2659900" cy="847500"/>
          </a:xfrm>
        </p:grpSpPr>
        <p:sp>
          <p:nvSpPr>
            <p:cNvPr id="494" name="Google Shape;494;p8"/>
            <p:cNvSpPr/>
            <p:nvPr/>
          </p:nvSpPr>
          <p:spPr>
            <a:xfrm>
              <a:off x="1092800" y="1117100"/>
              <a:ext cx="2529150" cy="430400"/>
            </a:xfrm>
            <a:custGeom>
              <a:avLst/>
              <a:gdLst/>
              <a:ahLst/>
              <a:cxnLst/>
              <a:rect l="l" t="t" r="r" b="b"/>
              <a:pathLst>
                <a:path w="101166" h="17216" extrusionOk="0">
                  <a:moveTo>
                    <a:pt x="55613" y="1"/>
                  </a:moveTo>
                  <a:lnTo>
                    <a:pt x="49054" y="6559"/>
                  </a:lnTo>
                  <a:lnTo>
                    <a:pt x="5960" y="6559"/>
                  </a:lnTo>
                  <a:lnTo>
                    <a:pt x="0" y="12497"/>
                  </a:lnTo>
                  <a:lnTo>
                    <a:pt x="200" y="12696"/>
                  </a:lnTo>
                  <a:lnTo>
                    <a:pt x="6071" y="6825"/>
                  </a:lnTo>
                  <a:lnTo>
                    <a:pt x="49165" y="6825"/>
                  </a:lnTo>
                  <a:lnTo>
                    <a:pt x="55723" y="289"/>
                  </a:lnTo>
                  <a:lnTo>
                    <a:pt x="63589" y="289"/>
                  </a:lnTo>
                  <a:lnTo>
                    <a:pt x="80516" y="17216"/>
                  </a:lnTo>
                  <a:lnTo>
                    <a:pt x="101166" y="17216"/>
                  </a:lnTo>
                  <a:lnTo>
                    <a:pt x="101166" y="16928"/>
                  </a:lnTo>
                  <a:lnTo>
                    <a:pt x="80627" y="16928"/>
                  </a:lnTo>
                  <a:lnTo>
                    <a:pt x="63700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8"/>
            <p:cNvSpPr/>
            <p:nvPr/>
          </p:nvSpPr>
          <p:spPr>
            <a:xfrm>
              <a:off x="1035175" y="1417725"/>
              <a:ext cx="83675" cy="76600"/>
            </a:xfrm>
            <a:custGeom>
              <a:avLst/>
              <a:gdLst/>
              <a:ahLst/>
              <a:cxnLst/>
              <a:rect l="l" t="t" r="r" b="b"/>
              <a:pathLst>
                <a:path w="3347" h="3064" extrusionOk="0">
                  <a:moveTo>
                    <a:pt x="1663" y="283"/>
                  </a:moveTo>
                  <a:cubicBezTo>
                    <a:pt x="1984" y="283"/>
                    <a:pt x="2305" y="405"/>
                    <a:pt x="2549" y="649"/>
                  </a:cubicBezTo>
                  <a:cubicBezTo>
                    <a:pt x="3036" y="1136"/>
                    <a:pt x="3036" y="1934"/>
                    <a:pt x="2549" y="2421"/>
                  </a:cubicBezTo>
                  <a:cubicBezTo>
                    <a:pt x="2305" y="2665"/>
                    <a:pt x="1984" y="2787"/>
                    <a:pt x="1663" y="2787"/>
                  </a:cubicBezTo>
                  <a:cubicBezTo>
                    <a:pt x="1341" y="2787"/>
                    <a:pt x="1020" y="2665"/>
                    <a:pt x="776" y="2421"/>
                  </a:cubicBezTo>
                  <a:cubicBezTo>
                    <a:pt x="289" y="1934"/>
                    <a:pt x="289" y="1136"/>
                    <a:pt x="776" y="649"/>
                  </a:cubicBezTo>
                  <a:cubicBezTo>
                    <a:pt x="1020" y="405"/>
                    <a:pt x="1341" y="283"/>
                    <a:pt x="1663" y="283"/>
                  </a:cubicBezTo>
                  <a:close/>
                  <a:moveTo>
                    <a:pt x="1674" y="1"/>
                  </a:moveTo>
                  <a:cubicBezTo>
                    <a:pt x="1286" y="1"/>
                    <a:pt x="898" y="150"/>
                    <a:pt x="599" y="450"/>
                  </a:cubicBezTo>
                  <a:cubicBezTo>
                    <a:pt x="1" y="1048"/>
                    <a:pt x="1" y="2023"/>
                    <a:pt x="599" y="2621"/>
                  </a:cubicBezTo>
                  <a:cubicBezTo>
                    <a:pt x="887" y="2909"/>
                    <a:pt x="1286" y="3064"/>
                    <a:pt x="1663" y="3064"/>
                  </a:cubicBezTo>
                  <a:cubicBezTo>
                    <a:pt x="2061" y="3064"/>
                    <a:pt x="2460" y="2909"/>
                    <a:pt x="2748" y="2621"/>
                  </a:cubicBezTo>
                  <a:cubicBezTo>
                    <a:pt x="3347" y="2023"/>
                    <a:pt x="3347" y="1048"/>
                    <a:pt x="2748" y="450"/>
                  </a:cubicBezTo>
                  <a:cubicBezTo>
                    <a:pt x="2449" y="150"/>
                    <a:pt x="2061" y="1"/>
                    <a:pt x="16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8"/>
            <p:cNvSpPr/>
            <p:nvPr/>
          </p:nvSpPr>
          <p:spPr>
            <a:xfrm>
              <a:off x="3611400" y="1510225"/>
              <a:ext cx="83675" cy="76625"/>
            </a:xfrm>
            <a:custGeom>
              <a:avLst/>
              <a:gdLst/>
              <a:ahLst/>
              <a:cxnLst/>
              <a:rect l="l" t="t" r="r" b="b"/>
              <a:pathLst>
                <a:path w="3347" h="3065" extrusionOk="0">
                  <a:moveTo>
                    <a:pt x="1663" y="283"/>
                  </a:moveTo>
                  <a:cubicBezTo>
                    <a:pt x="1984" y="283"/>
                    <a:pt x="2305" y="405"/>
                    <a:pt x="2549" y="649"/>
                  </a:cubicBezTo>
                  <a:cubicBezTo>
                    <a:pt x="3036" y="1136"/>
                    <a:pt x="3036" y="1934"/>
                    <a:pt x="2549" y="2422"/>
                  </a:cubicBezTo>
                  <a:cubicBezTo>
                    <a:pt x="2305" y="2665"/>
                    <a:pt x="1984" y="2787"/>
                    <a:pt x="1663" y="2787"/>
                  </a:cubicBezTo>
                  <a:cubicBezTo>
                    <a:pt x="1341" y="2787"/>
                    <a:pt x="1020" y="2665"/>
                    <a:pt x="776" y="2422"/>
                  </a:cubicBezTo>
                  <a:cubicBezTo>
                    <a:pt x="311" y="1934"/>
                    <a:pt x="311" y="1136"/>
                    <a:pt x="776" y="649"/>
                  </a:cubicBezTo>
                  <a:cubicBezTo>
                    <a:pt x="1020" y="405"/>
                    <a:pt x="1341" y="283"/>
                    <a:pt x="1663" y="283"/>
                  </a:cubicBezTo>
                  <a:close/>
                  <a:moveTo>
                    <a:pt x="1674" y="1"/>
                  </a:moveTo>
                  <a:cubicBezTo>
                    <a:pt x="1286" y="1"/>
                    <a:pt x="898" y="151"/>
                    <a:pt x="599" y="450"/>
                  </a:cubicBezTo>
                  <a:cubicBezTo>
                    <a:pt x="1" y="1048"/>
                    <a:pt x="1" y="2023"/>
                    <a:pt x="599" y="2599"/>
                  </a:cubicBezTo>
                  <a:cubicBezTo>
                    <a:pt x="887" y="2909"/>
                    <a:pt x="1286" y="3064"/>
                    <a:pt x="1663" y="3064"/>
                  </a:cubicBezTo>
                  <a:cubicBezTo>
                    <a:pt x="2062" y="3064"/>
                    <a:pt x="2460" y="2909"/>
                    <a:pt x="2748" y="2599"/>
                  </a:cubicBezTo>
                  <a:cubicBezTo>
                    <a:pt x="3347" y="2023"/>
                    <a:pt x="3347" y="1048"/>
                    <a:pt x="2748" y="450"/>
                  </a:cubicBezTo>
                  <a:cubicBezTo>
                    <a:pt x="2449" y="151"/>
                    <a:pt x="2062" y="1"/>
                    <a:pt x="16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8"/>
            <p:cNvSpPr/>
            <p:nvPr/>
          </p:nvSpPr>
          <p:spPr>
            <a:xfrm>
              <a:off x="1509875" y="739350"/>
              <a:ext cx="638125" cy="396600"/>
            </a:xfrm>
            <a:custGeom>
              <a:avLst/>
              <a:gdLst/>
              <a:ahLst/>
              <a:cxnLst/>
              <a:rect l="l" t="t" r="r" b="b"/>
              <a:pathLst>
                <a:path w="25525" h="15864" extrusionOk="0">
                  <a:moveTo>
                    <a:pt x="1" y="0"/>
                  </a:moveTo>
                  <a:lnTo>
                    <a:pt x="1" y="5650"/>
                  </a:lnTo>
                  <a:lnTo>
                    <a:pt x="10237" y="15864"/>
                  </a:lnTo>
                  <a:lnTo>
                    <a:pt x="25525" y="15864"/>
                  </a:lnTo>
                  <a:lnTo>
                    <a:pt x="25525" y="15576"/>
                  </a:lnTo>
                  <a:lnTo>
                    <a:pt x="10348" y="15576"/>
                  </a:lnTo>
                  <a:lnTo>
                    <a:pt x="289" y="553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8"/>
            <p:cNvSpPr/>
            <p:nvPr/>
          </p:nvSpPr>
          <p:spPr>
            <a:xfrm>
              <a:off x="2140225" y="1087600"/>
              <a:ext cx="83675" cy="76050"/>
            </a:xfrm>
            <a:custGeom>
              <a:avLst/>
              <a:gdLst/>
              <a:ahLst/>
              <a:cxnLst/>
              <a:rect l="l" t="t" r="r" b="b"/>
              <a:pathLst>
                <a:path w="3347" h="3042" extrusionOk="0">
                  <a:moveTo>
                    <a:pt x="1663" y="272"/>
                  </a:moveTo>
                  <a:cubicBezTo>
                    <a:pt x="1995" y="272"/>
                    <a:pt x="2305" y="405"/>
                    <a:pt x="2549" y="649"/>
                  </a:cubicBezTo>
                  <a:cubicBezTo>
                    <a:pt x="3036" y="1136"/>
                    <a:pt x="3036" y="1912"/>
                    <a:pt x="2549" y="2399"/>
                  </a:cubicBezTo>
                  <a:cubicBezTo>
                    <a:pt x="2305" y="2643"/>
                    <a:pt x="1984" y="2765"/>
                    <a:pt x="1663" y="2765"/>
                  </a:cubicBezTo>
                  <a:cubicBezTo>
                    <a:pt x="1341" y="2765"/>
                    <a:pt x="1020" y="2643"/>
                    <a:pt x="776" y="2399"/>
                  </a:cubicBezTo>
                  <a:cubicBezTo>
                    <a:pt x="289" y="1912"/>
                    <a:pt x="289" y="1136"/>
                    <a:pt x="776" y="649"/>
                  </a:cubicBezTo>
                  <a:cubicBezTo>
                    <a:pt x="1020" y="405"/>
                    <a:pt x="1352" y="272"/>
                    <a:pt x="1663" y="272"/>
                  </a:cubicBezTo>
                  <a:close/>
                  <a:moveTo>
                    <a:pt x="1674" y="1"/>
                  </a:moveTo>
                  <a:cubicBezTo>
                    <a:pt x="1286" y="1"/>
                    <a:pt x="898" y="150"/>
                    <a:pt x="599" y="449"/>
                  </a:cubicBezTo>
                  <a:cubicBezTo>
                    <a:pt x="1" y="1048"/>
                    <a:pt x="1" y="2000"/>
                    <a:pt x="599" y="2599"/>
                  </a:cubicBezTo>
                  <a:cubicBezTo>
                    <a:pt x="887" y="2909"/>
                    <a:pt x="1286" y="3042"/>
                    <a:pt x="1663" y="3042"/>
                  </a:cubicBezTo>
                  <a:cubicBezTo>
                    <a:pt x="2061" y="3042"/>
                    <a:pt x="2460" y="2909"/>
                    <a:pt x="2748" y="2599"/>
                  </a:cubicBezTo>
                  <a:cubicBezTo>
                    <a:pt x="3346" y="2000"/>
                    <a:pt x="3346" y="1048"/>
                    <a:pt x="2748" y="449"/>
                  </a:cubicBezTo>
                  <a:cubicBezTo>
                    <a:pt x="2449" y="150"/>
                    <a:pt x="2061" y="1"/>
                    <a:pt x="16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8"/>
          <p:cNvGrpSpPr/>
          <p:nvPr/>
        </p:nvGrpSpPr>
        <p:grpSpPr>
          <a:xfrm>
            <a:off x="2175663" y="4352625"/>
            <a:ext cx="881930" cy="325254"/>
            <a:chOff x="4761438" y="4276425"/>
            <a:chExt cx="881930" cy="325254"/>
          </a:xfrm>
        </p:grpSpPr>
        <p:sp>
          <p:nvSpPr>
            <p:cNvPr id="500" name="Google Shape;500;p8"/>
            <p:cNvSpPr/>
            <p:nvPr/>
          </p:nvSpPr>
          <p:spPr>
            <a:xfrm>
              <a:off x="5424363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93" y="399"/>
                  </a:moveTo>
                  <a:lnTo>
                    <a:pt x="2593" y="2659"/>
                  </a:lnTo>
                  <a:lnTo>
                    <a:pt x="399" y="2659"/>
                  </a:lnTo>
                  <a:lnTo>
                    <a:pt x="399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69" y="3036"/>
                  </a:lnTo>
                  <a:lnTo>
                    <a:pt x="29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8"/>
            <p:cNvSpPr/>
            <p:nvPr/>
          </p:nvSpPr>
          <p:spPr>
            <a:xfrm>
              <a:off x="5235220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99"/>
                  </a:moveTo>
                  <a:lnTo>
                    <a:pt x="2571" y="2659"/>
                  </a:lnTo>
                  <a:lnTo>
                    <a:pt x="399" y="2659"/>
                  </a:lnTo>
                  <a:lnTo>
                    <a:pt x="399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8"/>
            <p:cNvSpPr/>
            <p:nvPr/>
          </p:nvSpPr>
          <p:spPr>
            <a:xfrm>
              <a:off x="5046076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99"/>
                  </a:moveTo>
                  <a:lnTo>
                    <a:pt x="2571" y="2659"/>
                  </a:lnTo>
                  <a:lnTo>
                    <a:pt x="400" y="2659"/>
                  </a:lnTo>
                  <a:lnTo>
                    <a:pt x="400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8"/>
            <p:cNvSpPr/>
            <p:nvPr/>
          </p:nvSpPr>
          <p:spPr>
            <a:xfrm>
              <a:off x="4856933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99"/>
                  </a:moveTo>
                  <a:lnTo>
                    <a:pt x="2571" y="2659"/>
                  </a:lnTo>
                  <a:lnTo>
                    <a:pt x="400" y="2659"/>
                  </a:lnTo>
                  <a:lnTo>
                    <a:pt x="400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8"/>
            <p:cNvSpPr/>
            <p:nvPr/>
          </p:nvSpPr>
          <p:spPr>
            <a:xfrm>
              <a:off x="5360094" y="4529884"/>
              <a:ext cx="64310" cy="15899"/>
            </a:xfrm>
            <a:custGeom>
              <a:avLst/>
              <a:gdLst/>
              <a:ahLst/>
              <a:cxnLst/>
              <a:rect l="l" t="t" r="r" b="b"/>
              <a:pathLst>
                <a:path w="1529" h="378" extrusionOk="0">
                  <a:moveTo>
                    <a:pt x="0" y="1"/>
                  </a:moveTo>
                  <a:lnTo>
                    <a:pt x="0" y="378"/>
                  </a:lnTo>
                  <a:lnTo>
                    <a:pt x="1529" y="37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8"/>
            <p:cNvSpPr/>
            <p:nvPr/>
          </p:nvSpPr>
          <p:spPr>
            <a:xfrm>
              <a:off x="5170951" y="4529884"/>
              <a:ext cx="64352" cy="15899"/>
            </a:xfrm>
            <a:custGeom>
              <a:avLst/>
              <a:gdLst/>
              <a:ahLst/>
              <a:cxnLst/>
              <a:rect l="l" t="t" r="r" b="b"/>
              <a:pathLst>
                <a:path w="1530" h="378" extrusionOk="0">
                  <a:moveTo>
                    <a:pt x="0" y="1"/>
                  </a:moveTo>
                  <a:lnTo>
                    <a:pt x="0" y="378"/>
                  </a:lnTo>
                  <a:lnTo>
                    <a:pt x="1529" y="37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8"/>
            <p:cNvSpPr/>
            <p:nvPr/>
          </p:nvSpPr>
          <p:spPr>
            <a:xfrm>
              <a:off x="4981808" y="4529884"/>
              <a:ext cx="64352" cy="15899"/>
            </a:xfrm>
            <a:custGeom>
              <a:avLst/>
              <a:gdLst/>
              <a:ahLst/>
              <a:cxnLst/>
              <a:rect l="l" t="t" r="r" b="b"/>
              <a:pathLst>
                <a:path w="1530" h="378" extrusionOk="0">
                  <a:moveTo>
                    <a:pt x="0" y="1"/>
                  </a:moveTo>
                  <a:lnTo>
                    <a:pt x="0" y="378"/>
                  </a:lnTo>
                  <a:lnTo>
                    <a:pt x="1529" y="37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8"/>
            <p:cNvSpPr/>
            <p:nvPr/>
          </p:nvSpPr>
          <p:spPr>
            <a:xfrm>
              <a:off x="4761438" y="4529884"/>
              <a:ext cx="99766" cy="15899"/>
            </a:xfrm>
            <a:custGeom>
              <a:avLst/>
              <a:gdLst/>
              <a:ahLst/>
              <a:cxnLst/>
              <a:rect l="l" t="t" r="r" b="b"/>
              <a:pathLst>
                <a:path w="2372" h="378" extrusionOk="0">
                  <a:moveTo>
                    <a:pt x="0" y="1"/>
                  </a:moveTo>
                  <a:lnTo>
                    <a:pt x="0" y="378"/>
                  </a:lnTo>
                  <a:lnTo>
                    <a:pt x="2371" y="378"/>
                  </a:lnTo>
                  <a:lnTo>
                    <a:pt x="237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8"/>
            <p:cNvSpPr/>
            <p:nvPr/>
          </p:nvSpPr>
          <p:spPr>
            <a:xfrm>
              <a:off x="5544569" y="4529884"/>
              <a:ext cx="98799" cy="15899"/>
            </a:xfrm>
            <a:custGeom>
              <a:avLst/>
              <a:gdLst/>
              <a:ahLst/>
              <a:cxnLst/>
              <a:rect l="l" t="t" r="r" b="b"/>
              <a:pathLst>
                <a:path w="2349" h="378" extrusionOk="0">
                  <a:moveTo>
                    <a:pt x="0" y="1"/>
                  </a:moveTo>
                  <a:lnTo>
                    <a:pt x="0" y="378"/>
                  </a:lnTo>
                  <a:lnTo>
                    <a:pt x="2349" y="378"/>
                  </a:lnTo>
                  <a:lnTo>
                    <a:pt x="234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8"/>
            <p:cNvSpPr/>
            <p:nvPr/>
          </p:nvSpPr>
          <p:spPr>
            <a:xfrm>
              <a:off x="5424363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93" y="377"/>
                  </a:moveTo>
                  <a:lnTo>
                    <a:pt x="2593" y="2637"/>
                  </a:lnTo>
                  <a:lnTo>
                    <a:pt x="399" y="2637"/>
                  </a:lnTo>
                  <a:lnTo>
                    <a:pt x="399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69" y="3036"/>
                  </a:lnTo>
                  <a:lnTo>
                    <a:pt x="29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8"/>
            <p:cNvSpPr/>
            <p:nvPr/>
          </p:nvSpPr>
          <p:spPr>
            <a:xfrm>
              <a:off x="5235220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77"/>
                  </a:moveTo>
                  <a:lnTo>
                    <a:pt x="2571" y="2637"/>
                  </a:lnTo>
                  <a:lnTo>
                    <a:pt x="399" y="2637"/>
                  </a:lnTo>
                  <a:lnTo>
                    <a:pt x="399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8"/>
            <p:cNvSpPr/>
            <p:nvPr/>
          </p:nvSpPr>
          <p:spPr>
            <a:xfrm>
              <a:off x="5046076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77"/>
                  </a:moveTo>
                  <a:lnTo>
                    <a:pt x="2571" y="2637"/>
                  </a:lnTo>
                  <a:lnTo>
                    <a:pt x="400" y="2637"/>
                  </a:lnTo>
                  <a:lnTo>
                    <a:pt x="400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4856933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77"/>
                  </a:moveTo>
                  <a:lnTo>
                    <a:pt x="2571" y="2637"/>
                  </a:lnTo>
                  <a:lnTo>
                    <a:pt x="400" y="2637"/>
                  </a:lnTo>
                  <a:lnTo>
                    <a:pt x="400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8"/>
            <p:cNvSpPr/>
            <p:nvPr/>
          </p:nvSpPr>
          <p:spPr>
            <a:xfrm>
              <a:off x="5360094" y="4331399"/>
              <a:ext cx="64310" cy="16824"/>
            </a:xfrm>
            <a:custGeom>
              <a:avLst/>
              <a:gdLst/>
              <a:ahLst/>
              <a:cxnLst/>
              <a:rect l="l" t="t" r="r" b="b"/>
              <a:pathLst>
                <a:path w="1529" h="400" extrusionOk="0">
                  <a:moveTo>
                    <a:pt x="0" y="1"/>
                  </a:moveTo>
                  <a:lnTo>
                    <a:pt x="0" y="400"/>
                  </a:lnTo>
                  <a:lnTo>
                    <a:pt x="1529" y="40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8"/>
            <p:cNvSpPr/>
            <p:nvPr/>
          </p:nvSpPr>
          <p:spPr>
            <a:xfrm>
              <a:off x="5170951" y="4331399"/>
              <a:ext cx="64352" cy="16824"/>
            </a:xfrm>
            <a:custGeom>
              <a:avLst/>
              <a:gdLst/>
              <a:ahLst/>
              <a:cxnLst/>
              <a:rect l="l" t="t" r="r" b="b"/>
              <a:pathLst>
                <a:path w="1530" h="400" extrusionOk="0">
                  <a:moveTo>
                    <a:pt x="0" y="1"/>
                  </a:moveTo>
                  <a:lnTo>
                    <a:pt x="0" y="400"/>
                  </a:lnTo>
                  <a:lnTo>
                    <a:pt x="1529" y="40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8"/>
            <p:cNvSpPr/>
            <p:nvPr/>
          </p:nvSpPr>
          <p:spPr>
            <a:xfrm>
              <a:off x="4981808" y="4331399"/>
              <a:ext cx="64352" cy="16824"/>
            </a:xfrm>
            <a:custGeom>
              <a:avLst/>
              <a:gdLst/>
              <a:ahLst/>
              <a:cxnLst/>
              <a:rect l="l" t="t" r="r" b="b"/>
              <a:pathLst>
                <a:path w="1530" h="400" extrusionOk="0">
                  <a:moveTo>
                    <a:pt x="0" y="1"/>
                  </a:moveTo>
                  <a:lnTo>
                    <a:pt x="0" y="400"/>
                  </a:lnTo>
                  <a:lnTo>
                    <a:pt x="1529" y="40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8"/>
            <p:cNvSpPr/>
            <p:nvPr/>
          </p:nvSpPr>
          <p:spPr>
            <a:xfrm>
              <a:off x="4761438" y="4331399"/>
              <a:ext cx="99766" cy="16824"/>
            </a:xfrm>
            <a:custGeom>
              <a:avLst/>
              <a:gdLst/>
              <a:ahLst/>
              <a:cxnLst/>
              <a:rect l="l" t="t" r="r" b="b"/>
              <a:pathLst>
                <a:path w="2372" h="400" extrusionOk="0">
                  <a:moveTo>
                    <a:pt x="0" y="1"/>
                  </a:moveTo>
                  <a:lnTo>
                    <a:pt x="0" y="400"/>
                  </a:lnTo>
                  <a:lnTo>
                    <a:pt x="2371" y="400"/>
                  </a:lnTo>
                  <a:lnTo>
                    <a:pt x="237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8"/>
            <p:cNvSpPr/>
            <p:nvPr/>
          </p:nvSpPr>
          <p:spPr>
            <a:xfrm>
              <a:off x="5544569" y="4331399"/>
              <a:ext cx="98799" cy="16824"/>
            </a:xfrm>
            <a:custGeom>
              <a:avLst/>
              <a:gdLst/>
              <a:ahLst/>
              <a:cxnLst/>
              <a:rect l="l" t="t" r="r" b="b"/>
              <a:pathLst>
                <a:path w="2349" h="400" extrusionOk="0">
                  <a:moveTo>
                    <a:pt x="0" y="1"/>
                  </a:moveTo>
                  <a:lnTo>
                    <a:pt x="0" y="400"/>
                  </a:lnTo>
                  <a:lnTo>
                    <a:pt x="2349" y="400"/>
                  </a:lnTo>
                  <a:lnTo>
                    <a:pt x="234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8" name="Google Shape;518;p8"/>
          <p:cNvGrpSpPr/>
          <p:nvPr/>
        </p:nvGrpSpPr>
        <p:grpSpPr>
          <a:xfrm>
            <a:off x="7901318" y="4065849"/>
            <a:ext cx="1178127" cy="1094369"/>
            <a:chOff x="7825118" y="4065849"/>
            <a:chExt cx="1178127" cy="1094369"/>
          </a:xfrm>
        </p:grpSpPr>
        <p:sp>
          <p:nvSpPr>
            <p:cNvPr id="519" name="Google Shape;519;p8"/>
            <p:cNvSpPr/>
            <p:nvPr/>
          </p:nvSpPr>
          <p:spPr>
            <a:xfrm>
              <a:off x="7911327" y="4137684"/>
              <a:ext cx="1091918" cy="1022534"/>
            </a:xfrm>
            <a:custGeom>
              <a:avLst/>
              <a:gdLst/>
              <a:ahLst/>
              <a:cxnLst/>
              <a:rect l="l" t="t" r="r" b="b"/>
              <a:pathLst>
                <a:path w="30310" h="28384" extrusionOk="0">
                  <a:moveTo>
                    <a:pt x="0" y="1"/>
                  </a:moveTo>
                  <a:lnTo>
                    <a:pt x="0" y="776"/>
                  </a:lnTo>
                  <a:lnTo>
                    <a:pt x="11012" y="776"/>
                  </a:lnTo>
                  <a:lnTo>
                    <a:pt x="29512" y="19299"/>
                  </a:lnTo>
                  <a:lnTo>
                    <a:pt x="29512" y="28383"/>
                  </a:lnTo>
                  <a:lnTo>
                    <a:pt x="30310" y="28383"/>
                  </a:lnTo>
                  <a:lnTo>
                    <a:pt x="30310" y="18967"/>
                  </a:lnTo>
                  <a:lnTo>
                    <a:pt x="113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8"/>
            <p:cNvSpPr/>
            <p:nvPr/>
          </p:nvSpPr>
          <p:spPr>
            <a:xfrm>
              <a:off x="7825118" y="4065849"/>
              <a:ext cx="172416" cy="171659"/>
            </a:xfrm>
            <a:custGeom>
              <a:avLst/>
              <a:gdLst/>
              <a:ahLst/>
              <a:cxnLst/>
              <a:rect l="l" t="t" r="r" b="b"/>
              <a:pathLst>
                <a:path w="4786" h="4765" extrusionOk="0">
                  <a:moveTo>
                    <a:pt x="2393" y="1"/>
                  </a:moveTo>
                  <a:cubicBezTo>
                    <a:pt x="1086" y="1"/>
                    <a:pt x="0" y="1064"/>
                    <a:pt x="0" y="2372"/>
                  </a:cubicBezTo>
                  <a:cubicBezTo>
                    <a:pt x="0" y="3701"/>
                    <a:pt x="1086" y="4764"/>
                    <a:pt x="2393" y="4764"/>
                  </a:cubicBezTo>
                  <a:cubicBezTo>
                    <a:pt x="3722" y="4764"/>
                    <a:pt x="4786" y="3701"/>
                    <a:pt x="4786" y="2372"/>
                  </a:cubicBezTo>
                  <a:cubicBezTo>
                    <a:pt x="4786" y="1064"/>
                    <a:pt x="3722" y="1"/>
                    <a:pt x="23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8"/>
          <p:cNvGrpSpPr/>
          <p:nvPr/>
        </p:nvGrpSpPr>
        <p:grpSpPr>
          <a:xfrm>
            <a:off x="460829" y="4636145"/>
            <a:ext cx="882614" cy="184274"/>
            <a:chOff x="7460504" y="4636145"/>
            <a:chExt cx="882614" cy="184274"/>
          </a:xfrm>
        </p:grpSpPr>
        <p:sp>
          <p:nvSpPr>
            <p:cNvPr id="522" name="Google Shape;522;p8"/>
            <p:cNvSpPr/>
            <p:nvPr/>
          </p:nvSpPr>
          <p:spPr>
            <a:xfrm>
              <a:off x="8158777" y="4636145"/>
              <a:ext cx="184341" cy="184274"/>
            </a:xfrm>
            <a:custGeom>
              <a:avLst/>
              <a:gdLst/>
              <a:ahLst/>
              <a:cxnLst/>
              <a:rect l="l" t="t" r="r" b="b"/>
              <a:pathLst>
                <a:path w="2749" h="2748" extrusionOk="0">
                  <a:moveTo>
                    <a:pt x="1374" y="0"/>
                  </a:moveTo>
                  <a:cubicBezTo>
                    <a:pt x="621" y="0"/>
                    <a:pt x="1" y="621"/>
                    <a:pt x="1" y="1374"/>
                  </a:cubicBezTo>
                  <a:cubicBezTo>
                    <a:pt x="1" y="2127"/>
                    <a:pt x="621" y="2748"/>
                    <a:pt x="1374" y="2748"/>
                  </a:cubicBezTo>
                  <a:cubicBezTo>
                    <a:pt x="2128" y="2748"/>
                    <a:pt x="2748" y="2127"/>
                    <a:pt x="2748" y="1374"/>
                  </a:cubicBezTo>
                  <a:cubicBezTo>
                    <a:pt x="2748" y="621"/>
                    <a:pt x="2128" y="0"/>
                    <a:pt x="1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8"/>
            <p:cNvSpPr/>
            <p:nvPr/>
          </p:nvSpPr>
          <p:spPr>
            <a:xfrm>
              <a:off x="7820068" y="4636145"/>
              <a:ext cx="182799" cy="184274"/>
            </a:xfrm>
            <a:custGeom>
              <a:avLst/>
              <a:gdLst/>
              <a:ahLst/>
              <a:cxnLst/>
              <a:rect l="l" t="t" r="r" b="b"/>
              <a:pathLst>
                <a:path w="2726" h="2748" extrusionOk="0">
                  <a:moveTo>
                    <a:pt x="1352" y="0"/>
                  </a:moveTo>
                  <a:cubicBezTo>
                    <a:pt x="598" y="0"/>
                    <a:pt x="0" y="621"/>
                    <a:pt x="0" y="1374"/>
                  </a:cubicBezTo>
                  <a:cubicBezTo>
                    <a:pt x="0" y="2127"/>
                    <a:pt x="598" y="2748"/>
                    <a:pt x="1352" y="2748"/>
                  </a:cubicBezTo>
                  <a:cubicBezTo>
                    <a:pt x="2105" y="2748"/>
                    <a:pt x="2725" y="2127"/>
                    <a:pt x="2725" y="1374"/>
                  </a:cubicBezTo>
                  <a:cubicBezTo>
                    <a:pt x="2725" y="621"/>
                    <a:pt x="2105" y="0"/>
                    <a:pt x="1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8"/>
            <p:cNvSpPr/>
            <p:nvPr/>
          </p:nvSpPr>
          <p:spPr>
            <a:xfrm>
              <a:off x="7460504" y="4636145"/>
              <a:ext cx="184274" cy="184274"/>
            </a:xfrm>
            <a:custGeom>
              <a:avLst/>
              <a:gdLst/>
              <a:ahLst/>
              <a:cxnLst/>
              <a:rect l="l" t="t" r="r" b="b"/>
              <a:pathLst>
                <a:path w="2748" h="2748" extrusionOk="0">
                  <a:moveTo>
                    <a:pt x="1374" y="0"/>
                  </a:moveTo>
                  <a:cubicBezTo>
                    <a:pt x="621" y="0"/>
                    <a:pt x="0" y="621"/>
                    <a:pt x="0" y="1374"/>
                  </a:cubicBezTo>
                  <a:cubicBezTo>
                    <a:pt x="0" y="2127"/>
                    <a:pt x="621" y="2748"/>
                    <a:pt x="1374" y="2748"/>
                  </a:cubicBezTo>
                  <a:cubicBezTo>
                    <a:pt x="2127" y="2748"/>
                    <a:pt x="2748" y="2127"/>
                    <a:pt x="2748" y="1374"/>
                  </a:cubicBezTo>
                  <a:cubicBezTo>
                    <a:pt x="2748" y="621"/>
                    <a:pt x="2127" y="0"/>
                    <a:pt x="1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525;p8"/>
          <p:cNvGrpSpPr/>
          <p:nvPr/>
        </p:nvGrpSpPr>
        <p:grpSpPr>
          <a:xfrm flipH="1">
            <a:off x="-73586" y="307777"/>
            <a:ext cx="1794619" cy="937714"/>
            <a:chOff x="7447476" y="612577"/>
            <a:chExt cx="1794619" cy="937714"/>
          </a:xfrm>
        </p:grpSpPr>
        <p:sp>
          <p:nvSpPr>
            <p:cNvPr id="526" name="Google Shape;526;p8"/>
            <p:cNvSpPr/>
            <p:nvPr/>
          </p:nvSpPr>
          <p:spPr>
            <a:xfrm>
              <a:off x="7866602" y="1081065"/>
              <a:ext cx="1375493" cy="469226"/>
            </a:xfrm>
            <a:custGeom>
              <a:avLst/>
              <a:gdLst/>
              <a:ahLst/>
              <a:cxnLst/>
              <a:rect l="l" t="t" r="r" b="b"/>
              <a:pathLst>
                <a:path w="42608" h="14535" extrusionOk="0">
                  <a:moveTo>
                    <a:pt x="4299" y="0"/>
                  </a:moveTo>
                  <a:lnTo>
                    <a:pt x="1" y="4321"/>
                  </a:lnTo>
                  <a:cubicBezTo>
                    <a:pt x="67" y="4365"/>
                    <a:pt x="134" y="4432"/>
                    <a:pt x="200" y="4498"/>
                  </a:cubicBezTo>
                  <a:lnTo>
                    <a:pt x="4432" y="288"/>
                  </a:lnTo>
                  <a:lnTo>
                    <a:pt x="27474" y="288"/>
                  </a:lnTo>
                  <a:lnTo>
                    <a:pt x="41721" y="14535"/>
                  </a:lnTo>
                  <a:lnTo>
                    <a:pt x="42607" y="14535"/>
                  </a:lnTo>
                  <a:lnTo>
                    <a:pt x="42607" y="14269"/>
                  </a:lnTo>
                  <a:lnTo>
                    <a:pt x="41832" y="14269"/>
                  </a:lnTo>
                  <a:lnTo>
                    <a:pt x="27585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8"/>
            <p:cNvSpPr/>
            <p:nvPr/>
          </p:nvSpPr>
          <p:spPr>
            <a:xfrm>
              <a:off x="7526149" y="694834"/>
              <a:ext cx="1715944" cy="710280"/>
            </a:xfrm>
            <a:custGeom>
              <a:avLst/>
              <a:gdLst/>
              <a:ahLst/>
              <a:cxnLst/>
              <a:rect l="l" t="t" r="r" b="b"/>
              <a:pathLst>
                <a:path w="53154" h="22002" extrusionOk="0">
                  <a:moveTo>
                    <a:pt x="222" y="0"/>
                  </a:moveTo>
                  <a:cubicBezTo>
                    <a:pt x="155" y="89"/>
                    <a:pt x="89" y="133"/>
                    <a:pt x="0" y="199"/>
                  </a:cubicBezTo>
                  <a:lnTo>
                    <a:pt x="8929" y="9106"/>
                  </a:lnTo>
                  <a:lnTo>
                    <a:pt x="40258" y="9106"/>
                  </a:lnTo>
                  <a:lnTo>
                    <a:pt x="53153" y="22001"/>
                  </a:lnTo>
                  <a:lnTo>
                    <a:pt x="53153" y="21625"/>
                  </a:lnTo>
                  <a:lnTo>
                    <a:pt x="40369" y="8840"/>
                  </a:lnTo>
                  <a:lnTo>
                    <a:pt x="9040" y="8840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8"/>
            <p:cNvSpPr/>
            <p:nvPr/>
          </p:nvSpPr>
          <p:spPr>
            <a:xfrm>
              <a:off x="7447476" y="612577"/>
              <a:ext cx="98010" cy="98720"/>
            </a:xfrm>
            <a:custGeom>
              <a:avLst/>
              <a:gdLst/>
              <a:ahLst/>
              <a:cxnLst/>
              <a:rect l="l" t="t" r="r" b="b"/>
              <a:pathLst>
                <a:path w="3036" h="3058" extrusionOk="0">
                  <a:moveTo>
                    <a:pt x="1529" y="288"/>
                  </a:move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20" y="2792"/>
                    <a:pt x="266" y="2216"/>
                    <a:pt x="266" y="1529"/>
                  </a:cubicBezTo>
                  <a:cubicBezTo>
                    <a:pt x="266" y="842"/>
                    <a:pt x="820" y="288"/>
                    <a:pt x="1529" y="288"/>
                  </a:cubicBezTo>
                  <a:close/>
                  <a:moveTo>
                    <a:pt x="1529" y="0"/>
                  </a:moveTo>
                  <a:cubicBezTo>
                    <a:pt x="687" y="0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1861" y="3058"/>
                    <a:pt x="2193" y="2947"/>
                    <a:pt x="2437" y="2747"/>
                  </a:cubicBezTo>
                  <a:lnTo>
                    <a:pt x="2260" y="2570"/>
                  </a:lnTo>
                  <a:lnTo>
                    <a:pt x="2459" y="2371"/>
                  </a:lnTo>
                  <a:lnTo>
                    <a:pt x="2637" y="2548"/>
                  </a:lnTo>
                  <a:cubicBezTo>
                    <a:pt x="2902" y="2282"/>
                    <a:pt x="3035" y="1928"/>
                    <a:pt x="3035" y="1529"/>
                  </a:cubicBezTo>
                  <a:cubicBezTo>
                    <a:pt x="3035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8"/>
            <p:cNvSpPr/>
            <p:nvPr/>
          </p:nvSpPr>
          <p:spPr>
            <a:xfrm>
              <a:off x="7786509" y="1209098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288"/>
                  </a:move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42" y="2792"/>
                    <a:pt x="266" y="2216"/>
                    <a:pt x="266" y="1529"/>
                  </a:cubicBezTo>
                  <a:cubicBezTo>
                    <a:pt x="266" y="842"/>
                    <a:pt x="842" y="288"/>
                    <a:pt x="1529" y="288"/>
                  </a:cubicBezTo>
                  <a:close/>
                  <a:moveTo>
                    <a:pt x="1529" y="0"/>
                  </a:moveTo>
                  <a:cubicBezTo>
                    <a:pt x="687" y="0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1153"/>
                    <a:pt x="2903" y="798"/>
                    <a:pt x="2681" y="532"/>
                  </a:cubicBezTo>
                  <a:lnTo>
                    <a:pt x="2548" y="665"/>
                  </a:lnTo>
                  <a:lnTo>
                    <a:pt x="2371" y="466"/>
                  </a:lnTo>
                  <a:lnTo>
                    <a:pt x="2482" y="355"/>
                  </a:lnTo>
                  <a:cubicBezTo>
                    <a:pt x="2216" y="133"/>
                    <a:pt x="1883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0" name="Google Shape;530;p8"/>
          <p:cNvGrpSpPr/>
          <p:nvPr/>
        </p:nvGrpSpPr>
        <p:grpSpPr>
          <a:xfrm>
            <a:off x="-402957" y="1650092"/>
            <a:ext cx="1468333" cy="494947"/>
            <a:chOff x="-21957" y="3648039"/>
            <a:chExt cx="1468333" cy="494947"/>
          </a:xfrm>
        </p:grpSpPr>
        <p:sp>
          <p:nvSpPr>
            <p:cNvPr id="531" name="Google Shape;531;p8"/>
            <p:cNvSpPr/>
            <p:nvPr/>
          </p:nvSpPr>
          <p:spPr>
            <a:xfrm>
              <a:off x="1113676" y="3810286"/>
              <a:ext cx="332700" cy="332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8"/>
            <p:cNvSpPr/>
            <p:nvPr/>
          </p:nvSpPr>
          <p:spPr>
            <a:xfrm>
              <a:off x="-21957" y="3648039"/>
              <a:ext cx="1150161" cy="332607"/>
            </a:xfrm>
            <a:custGeom>
              <a:avLst/>
              <a:gdLst/>
              <a:ahLst/>
              <a:cxnLst/>
              <a:rect l="l" t="t" r="r" b="b"/>
              <a:pathLst>
                <a:path w="35628" h="10303" extrusionOk="0">
                  <a:moveTo>
                    <a:pt x="0" y="0"/>
                  </a:moveTo>
                  <a:lnTo>
                    <a:pt x="0" y="1108"/>
                  </a:lnTo>
                  <a:lnTo>
                    <a:pt x="9062" y="10192"/>
                  </a:lnTo>
                  <a:lnTo>
                    <a:pt x="9173" y="10303"/>
                  </a:lnTo>
                  <a:lnTo>
                    <a:pt x="35583" y="10303"/>
                  </a:lnTo>
                  <a:cubicBezTo>
                    <a:pt x="35583" y="10259"/>
                    <a:pt x="35583" y="10214"/>
                    <a:pt x="35583" y="10170"/>
                  </a:cubicBezTo>
                  <a:cubicBezTo>
                    <a:pt x="35583" y="9949"/>
                    <a:pt x="35605" y="9727"/>
                    <a:pt x="35627" y="9505"/>
                  </a:cubicBezTo>
                  <a:lnTo>
                    <a:pt x="9505" y="9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8"/>
            <p:cNvSpPr/>
            <p:nvPr/>
          </p:nvSpPr>
          <p:spPr>
            <a:xfrm>
              <a:off x="1198819" y="3895801"/>
              <a:ext cx="162413" cy="161671"/>
            </a:xfrm>
            <a:custGeom>
              <a:avLst/>
              <a:gdLst/>
              <a:ahLst/>
              <a:cxnLst/>
              <a:rect l="l" t="t" r="r" b="b"/>
              <a:pathLst>
                <a:path w="5031" h="5008" extrusionOk="0">
                  <a:moveTo>
                    <a:pt x="2505" y="0"/>
                  </a:moveTo>
                  <a:cubicBezTo>
                    <a:pt x="1131" y="0"/>
                    <a:pt x="1" y="1108"/>
                    <a:pt x="1" y="2504"/>
                  </a:cubicBezTo>
                  <a:cubicBezTo>
                    <a:pt x="1" y="3878"/>
                    <a:pt x="1131" y="5008"/>
                    <a:pt x="2505" y="5008"/>
                  </a:cubicBezTo>
                  <a:cubicBezTo>
                    <a:pt x="3900" y="5008"/>
                    <a:pt x="5030" y="3878"/>
                    <a:pt x="5030" y="2504"/>
                  </a:cubicBezTo>
                  <a:cubicBezTo>
                    <a:pt x="5030" y="1108"/>
                    <a:pt x="3900" y="0"/>
                    <a:pt x="2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8"/>
          <p:cNvGrpSpPr/>
          <p:nvPr/>
        </p:nvGrpSpPr>
        <p:grpSpPr>
          <a:xfrm>
            <a:off x="3119954" y="511745"/>
            <a:ext cx="793250" cy="225666"/>
            <a:chOff x="5021550" y="4713050"/>
            <a:chExt cx="793250" cy="225666"/>
          </a:xfrm>
        </p:grpSpPr>
        <p:sp>
          <p:nvSpPr>
            <p:cNvPr id="535" name="Google Shape;535;p8"/>
            <p:cNvSpPr/>
            <p:nvPr/>
          </p:nvSpPr>
          <p:spPr>
            <a:xfrm>
              <a:off x="5754173" y="4713050"/>
              <a:ext cx="60628" cy="225666"/>
            </a:xfrm>
            <a:custGeom>
              <a:avLst/>
              <a:gdLst/>
              <a:ahLst/>
              <a:cxnLst/>
              <a:rect l="l" t="t" r="r" b="b"/>
              <a:pathLst>
                <a:path w="1619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18" y="602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8"/>
            <p:cNvSpPr/>
            <p:nvPr/>
          </p:nvSpPr>
          <p:spPr>
            <a:xfrm>
              <a:off x="5632206" y="4713050"/>
              <a:ext cx="60628" cy="225666"/>
            </a:xfrm>
            <a:custGeom>
              <a:avLst/>
              <a:gdLst/>
              <a:ahLst/>
              <a:cxnLst/>
              <a:rect l="l" t="t" r="r" b="b"/>
              <a:pathLst>
                <a:path w="1619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18" y="602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8"/>
            <p:cNvSpPr/>
            <p:nvPr/>
          </p:nvSpPr>
          <p:spPr>
            <a:xfrm>
              <a:off x="5510240" y="4713050"/>
              <a:ext cx="60628" cy="225666"/>
            </a:xfrm>
            <a:custGeom>
              <a:avLst/>
              <a:gdLst/>
              <a:ahLst/>
              <a:cxnLst/>
              <a:rect l="l" t="t" r="r" b="b"/>
              <a:pathLst>
                <a:path w="1619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18" y="602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8"/>
            <p:cNvSpPr/>
            <p:nvPr/>
          </p:nvSpPr>
          <p:spPr>
            <a:xfrm>
              <a:off x="5388273" y="4713050"/>
              <a:ext cx="60628" cy="225666"/>
            </a:xfrm>
            <a:custGeom>
              <a:avLst/>
              <a:gdLst/>
              <a:ahLst/>
              <a:cxnLst/>
              <a:rect l="l" t="t" r="r" b="b"/>
              <a:pathLst>
                <a:path w="1619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18" y="602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8"/>
            <p:cNvSpPr/>
            <p:nvPr/>
          </p:nvSpPr>
          <p:spPr>
            <a:xfrm>
              <a:off x="5265483" y="4713050"/>
              <a:ext cx="61451" cy="225666"/>
            </a:xfrm>
            <a:custGeom>
              <a:avLst/>
              <a:gdLst/>
              <a:ahLst/>
              <a:cxnLst/>
              <a:rect l="l" t="t" r="r" b="b"/>
              <a:pathLst>
                <a:path w="1641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40" y="6027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8"/>
            <p:cNvSpPr/>
            <p:nvPr/>
          </p:nvSpPr>
          <p:spPr>
            <a:xfrm>
              <a:off x="5143516" y="4713050"/>
              <a:ext cx="61451" cy="225666"/>
            </a:xfrm>
            <a:custGeom>
              <a:avLst/>
              <a:gdLst/>
              <a:ahLst/>
              <a:cxnLst/>
              <a:rect l="l" t="t" r="r" b="b"/>
              <a:pathLst>
                <a:path w="1641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40" y="6027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8"/>
            <p:cNvSpPr/>
            <p:nvPr/>
          </p:nvSpPr>
          <p:spPr>
            <a:xfrm>
              <a:off x="5021550" y="4713050"/>
              <a:ext cx="61451" cy="225666"/>
            </a:xfrm>
            <a:custGeom>
              <a:avLst/>
              <a:gdLst/>
              <a:ahLst/>
              <a:cxnLst/>
              <a:rect l="l" t="t" r="r" b="b"/>
              <a:pathLst>
                <a:path w="1641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40" y="6027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13"/>
          <p:cNvSpPr txBox="1">
            <a:spLocks noGrp="1"/>
          </p:cNvSpPr>
          <p:nvPr>
            <p:ph type="title" idx="2"/>
          </p:nvPr>
        </p:nvSpPr>
        <p:spPr>
          <a:xfrm>
            <a:off x="1771796" y="1405263"/>
            <a:ext cx="2555400" cy="3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51" name="Google Shape;751;p13"/>
          <p:cNvSpPr txBox="1">
            <a:spLocks noGrp="1"/>
          </p:cNvSpPr>
          <p:nvPr>
            <p:ph type="subTitle" idx="1"/>
          </p:nvPr>
        </p:nvSpPr>
        <p:spPr>
          <a:xfrm>
            <a:off x="1771789" y="1691349"/>
            <a:ext cx="255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2" name="Google Shape;752;p13"/>
          <p:cNvSpPr txBox="1">
            <a:spLocks noGrp="1"/>
          </p:cNvSpPr>
          <p:nvPr>
            <p:ph type="title" idx="3" hasCustomPrompt="1"/>
          </p:nvPr>
        </p:nvSpPr>
        <p:spPr>
          <a:xfrm>
            <a:off x="984283" y="1411072"/>
            <a:ext cx="617400" cy="498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753" name="Google Shape;753;p13"/>
          <p:cNvSpPr txBox="1">
            <a:spLocks noGrp="1"/>
          </p:cNvSpPr>
          <p:nvPr>
            <p:ph type="title" idx="4"/>
          </p:nvPr>
        </p:nvSpPr>
        <p:spPr>
          <a:xfrm>
            <a:off x="5604317" y="1405263"/>
            <a:ext cx="2555400" cy="3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54" name="Google Shape;754;p13"/>
          <p:cNvSpPr txBox="1">
            <a:spLocks noGrp="1"/>
          </p:cNvSpPr>
          <p:nvPr>
            <p:ph type="subTitle" idx="5"/>
          </p:nvPr>
        </p:nvSpPr>
        <p:spPr>
          <a:xfrm>
            <a:off x="5604315" y="1691349"/>
            <a:ext cx="255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5" name="Google Shape;755;p13"/>
          <p:cNvSpPr txBox="1">
            <a:spLocks noGrp="1"/>
          </p:cNvSpPr>
          <p:nvPr>
            <p:ph type="title" idx="6" hasCustomPrompt="1"/>
          </p:nvPr>
        </p:nvSpPr>
        <p:spPr>
          <a:xfrm>
            <a:off x="4816808" y="1411072"/>
            <a:ext cx="617400" cy="49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756" name="Google Shape;756;p13"/>
          <p:cNvSpPr txBox="1">
            <a:spLocks noGrp="1"/>
          </p:cNvSpPr>
          <p:nvPr>
            <p:ph type="title" idx="7"/>
          </p:nvPr>
        </p:nvSpPr>
        <p:spPr>
          <a:xfrm>
            <a:off x="1771796" y="2529090"/>
            <a:ext cx="2555400" cy="3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57" name="Google Shape;757;p13"/>
          <p:cNvSpPr txBox="1">
            <a:spLocks noGrp="1"/>
          </p:cNvSpPr>
          <p:nvPr>
            <p:ph type="subTitle" idx="8"/>
          </p:nvPr>
        </p:nvSpPr>
        <p:spPr>
          <a:xfrm>
            <a:off x="1771789" y="2809240"/>
            <a:ext cx="255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8" name="Google Shape;758;p13"/>
          <p:cNvSpPr txBox="1">
            <a:spLocks noGrp="1"/>
          </p:cNvSpPr>
          <p:nvPr>
            <p:ph type="title" idx="9" hasCustomPrompt="1"/>
          </p:nvPr>
        </p:nvSpPr>
        <p:spPr>
          <a:xfrm>
            <a:off x="984283" y="2529251"/>
            <a:ext cx="617400" cy="49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759" name="Google Shape;759;p13"/>
          <p:cNvSpPr txBox="1">
            <a:spLocks noGrp="1"/>
          </p:cNvSpPr>
          <p:nvPr>
            <p:ph type="title" idx="13"/>
          </p:nvPr>
        </p:nvSpPr>
        <p:spPr>
          <a:xfrm>
            <a:off x="5604317" y="2529090"/>
            <a:ext cx="2555400" cy="3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60" name="Google Shape;760;p13"/>
          <p:cNvSpPr txBox="1">
            <a:spLocks noGrp="1"/>
          </p:cNvSpPr>
          <p:nvPr>
            <p:ph type="subTitle" idx="14"/>
          </p:nvPr>
        </p:nvSpPr>
        <p:spPr>
          <a:xfrm>
            <a:off x="5604315" y="2809239"/>
            <a:ext cx="255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61" name="Google Shape;761;p13"/>
          <p:cNvSpPr txBox="1">
            <a:spLocks noGrp="1"/>
          </p:cNvSpPr>
          <p:nvPr>
            <p:ph type="title" idx="15" hasCustomPrompt="1"/>
          </p:nvPr>
        </p:nvSpPr>
        <p:spPr>
          <a:xfrm>
            <a:off x="4816808" y="2529251"/>
            <a:ext cx="617400" cy="498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762" name="Google Shape;762;p13"/>
          <p:cNvSpPr txBox="1">
            <a:spLocks noGrp="1"/>
          </p:cNvSpPr>
          <p:nvPr>
            <p:ph type="title" idx="16"/>
          </p:nvPr>
        </p:nvSpPr>
        <p:spPr>
          <a:xfrm>
            <a:off x="1771796" y="3646968"/>
            <a:ext cx="2555400" cy="3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63" name="Google Shape;763;p13"/>
          <p:cNvSpPr txBox="1">
            <a:spLocks noGrp="1"/>
          </p:cNvSpPr>
          <p:nvPr>
            <p:ph type="subTitle" idx="17"/>
          </p:nvPr>
        </p:nvSpPr>
        <p:spPr>
          <a:xfrm>
            <a:off x="1771789" y="3927117"/>
            <a:ext cx="255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64" name="Google Shape;764;p13"/>
          <p:cNvSpPr txBox="1">
            <a:spLocks noGrp="1"/>
          </p:cNvSpPr>
          <p:nvPr>
            <p:ph type="title" idx="18" hasCustomPrompt="1"/>
          </p:nvPr>
        </p:nvSpPr>
        <p:spPr>
          <a:xfrm>
            <a:off x="984283" y="3647125"/>
            <a:ext cx="617400" cy="498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765" name="Google Shape;765;p13"/>
          <p:cNvSpPr txBox="1">
            <a:spLocks noGrp="1"/>
          </p:cNvSpPr>
          <p:nvPr>
            <p:ph type="title" idx="19"/>
          </p:nvPr>
        </p:nvSpPr>
        <p:spPr>
          <a:xfrm>
            <a:off x="5604317" y="3646968"/>
            <a:ext cx="2555400" cy="3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66" name="Google Shape;766;p13"/>
          <p:cNvSpPr txBox="1">
            <a:spLocks noGrp="1"/>
          </p:cNvSpPr>
          <p:nvPr>
            <p:ph type="subTitle" idx="20"/>
          </p:nvPr>
        </p:nvSpPr>
        <p:spPr>
          <a:xfrm>
            <a:off x="5604315" y="3927117"/>
            <a:ext cx="255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67" name="Google Shape;767;p13"/>
          <p:cNvSpPr txBox="1">
            <a:spLocks noGrp="1"/>
          </p:cNvSpPr>
          <p:nvPr>
            <p:ph type="title" idx="21" hasCustomPrompt="1"/>
          </p:nvPr>
        </p:nvSpPr>
        <p:spPr>
          <a:xfrm>
            <a:off x="4816808" y="3647122"/>
            <a:ext cx="617400" cy="49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grpSp>
        <p:nvGrpSpPr>
          <p:cNvPr id="768" name="Google Shape;768;p13"/>
          <p:cNvGrpSpPr/>
          <p:nvPr/>
        </p:nvGrpSpPr>
        <p:grpSpPr>
          <a:xfrm rot="10800000" flipH="1">
            <a:off x="-663985" y="4121838"/>
            <a:ext cx="1591472" cy="841159"/>
            <a:chOff x="661553" y="1919040"/>
            <a:chExt cx="1591472" cy="841159"/>
          </a:xfrm>
        </p:grpSpPr>
        <p:sp>
          <p:nvSpPr>
            <p:cNvPr id="769" name="Google Shape;769;p13"/>
            <p:cNvSpPr/>
            <p:nvPr/>
          </p:nvSpPr>
          <p:spPr>
            <a:xfrm>
              <a:off x="661553" y="2267371"/>
              <a:ext cx="1400512" cy="411311"/>
            </a:xfrm>
            <a:custGeom>
              <a:avLst/>
              <a:gdLst/>
              <a:ahLst/>
              <a:cxnLst/>
              <a:rect l="l" t="t" r="r" b="b"/>
              <a:pathLst>
                <a:path w="43383" h="12741" extrusionOk="0">
                  <a:moveTo>
                    <a:pt x="24283" y="0"/>
                  </a:moveTo>
                  <a:lnTo>
                    <a:pt x="19387" y="4897"/>
                  </a:lnTo>
                  <a:lnTo>
                    <a:pt x="2304" y="4897"/>
                  </a:lnTo>
                  <a:lnTo>
                    <a:pt x="0" y="2593"/>
                  </a:lnTo>
                  <a:lnTo>
                    <a:pt x="0" y="2991"/>
                  </a:lnTo>
                  <a:lnTo>
                    <a:pt x="2193" y="5185"/>
                  </a:lnTo>
                  <a:lnTo>
                    <a:pt x="19498" y="5185"/>
                  </a:lnTo>
                  <a:lnTo>
                    <a:pt x="24416" y="266"/>
                  </a:lnTo>
                  <a:lnTo>
                    <a:pt x="30731" y="266"/>
                  </a:lnTo>
                  <a:lnTo>
                    <a:pt x="43183" y="12740"/>
                  </a:lnTo>
                  <a:cubicBezTo>
                    <a:pt x="43249" y="12674"/>
                    <a:pt x="43316" y="12607"/>
                    <a:pt x="43382" y="12541"/>
                  </a:cubicBezTo>
                  <a:lnTo>
                    <a:pt x="3084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3"/>
            <p:cNvSpPr/>
            <p:nvPr/>
          </p:nvSpPr>
          <p:spPr>
            <a:xfrm>
              <a:off x="661553" y="2117869"/>
              <a:ext cx="1493485" cy="209610"/>
            </a:xfrm>
            <a:custGeom>
              <a:avLst/>
              <a:gdLst/>
              <a:ahLst/>
              <a:cxnLst/>
              <a:rect l="l" t="t" r="r" b="b"/>
              <a:pathLst>
                <a:path w="46263" h="6493" extrusionOk="0">
                  <a:moveTo>
                    <a:pt x="21802" y="1"/>
                  </a:moveTo>
                  <a:lnTo>
                    <a:pt x="15598" y="6204"/>
                  </a:lnTo>
                  <a:lnTo>
                    <a:pt x="4343" y="6204"/>
                  </a:lnTo>
                  <a:lnTo>
                    <a:pt x="0" y="1862"/>
                  </a:lnTo>
                  <a:lnTo>
                    <a:pt x="0" y="2261"/>
                  </a:lnTo>
                  <a:lnTo>
                    <a:pt x="4232" y="6492"/>
                  </a:lnTo>
                  <a:lnTo>
                    <a:pt x="15709" y="6492"/>
                  </a:lnTo>
                  <a:lnTo>
                    <a:pt x="21935" y="267"/>
                  </a:lnTo>
                  <a:lnTo>
                    <a:pt x="46262" y="267"/>
                  </a:lnTo>
                  <a:cubicBezTo>
                    <a:pt x="46262" y="222"/>
                    <a:pt x="46262" y="178"/>
                    <a:pt x="46262" y="134"/>
                  </a:cubicBezTo>
                  <a:cubicBezTo>
                    <a:pt x="46262" y="89"/>
                    <a:pt x="46262" y="45"/>
                    <a:pt x="4626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3"/>
            <p:cNvSpPr/>
            <p:nvPr/>
          </p:nvSpPr>
          <p:spPr>
            <a:xfrm>
              <a:off x="2043446" y="2661479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266"/>
                  </a:moveTo>
                  <a:cubicBezTo>
                    <a:pt x="2216" y="266"/>
                    <a:pt x="2792" y="842"/>
                    <a:pt x="2792" y="1529"/>
                  </a:cubicBezTo>
                  <a:cubicBezTo>
                    <a:pt x="2792" y="2216"/>
                    <a:pt x="2216" y="2770"/>
                    <a:pt x="1529" y="2770"/>
                  </a:cubicBezTo>
                  <a:cubicBezTo>
                    <a:pt x="842" y="2770"/>
                    <a:pt x="288" y="2216"/>
                    <a:pt x="288" y="1529"/>
                  </a:cubicBezTo>
                  <a:cubicBezTo>
                    <a:pt x="288" y="842"/>
                    <a:pt x="842" y="266"/>
                    <a:pt x="1529" y="266"/>
                  </a:cubicBezTo>
                  <a:close/>
                  <a:moveTo>
                    <a:pt x="1529" y="0"/>
                  </a:moveTo>
                  <a:cubicBezTo>
                    <a:pt x="1174" y="0"/>
                    <a:pt x="842" y="133"/>
                    <a:pt x="576" y="333"/>
                  </a:cubicBezTo>
                  <a:lnTo>
                    <a:pt x="731" y="488"/>
                  </a:lnTo>
                  <a:lnTo>
                    <a:pt x="532" y="687"/>
                  </a:lnTo>
                  <a:lnTo>
                    <a:pt x="377" y="532"/>
                  </a:lnTo>
                  <a:cubicBezTo>
                    <a:pt x="155" y="798"/>
                    <a:pt x="0" y="1153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3"/>
            <p:cNvSpPr/>
            <p:nvPr/>
          </p:nvSpPr>
          <p:spPr>
            <a:xfrm>
              <a:off x="2155015" y="2072802"/>
              <a:ext cx="98010" cy="98752"/>
            </a:xfrm>
            <a:custGeom>
              <a:avLst/>
              <a:gdLst/>
              <a:ahLst/>
              <a:cxnLst/>
              <a:rect l="l" t="t" r="r" b="b"/>
              <a:pathLst>
                <a:path w="3036" h="3059" extrusionOk="0">
                  <a:moveTo>
                    <a:pt x="1507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3"/>
                    <a:pt x="1507" y="2793"/>
                  </a:cubicBezTo>
                  <a:cubicBezTo>
                    <a:pt x="820" y="2793"/>
                    <a:pt x="266" y="2216"/>
                    <a:pt x="266" y="1530"/>
                  </a:cubicBezTo>
                  <a:cubicBezTo>
                    <a:pt x="266" y="843"/>
                    <a:pt x="820" y="289"/>
                    <a:pt x="1507" y="289"/>
                  </a:cubicBezTo>
                  <a:close/>
                  <a:moveTo>
                    <a:pt x="1507" y="1"/>
                  </a:moveTo>
                  <a:cubicBezTo>
                    <a:pt x="732" y="1"/>
                    <a:pt x="67" y="621"/>
                    <a:pt x="0" y="1397"/>
                  </a:cubicBezTo>
                  <a:lnTo>
                    <a:pt x="133" y="1397"/>
                  </a:lnTo>
                  <a:lnTo>
                    <a:pt x="133" y="1663"/>
                  </a:lnTo>
                  <a:lnTo>
                    <a:pt x="0" y="1663"/>
                  </a:lnTo>
                  <a:cubicBezTo>
                    <a:pt x="67" y="2460"/>
                    <a:pt x="732" y="3058"/>
                    <a:pt x="1507" y="3058"/>
                  </a:cubicBezTo>
                  <a:cubicBezTo>
                    <a:pt x="2349" y="3058"/>
                    <a:pt x="3036" y="2372"/>
                    <a:pt x="3036" y="1530"/>
                  </a:cubicBezTo>
                  <a:cubicBezTo>
                    <a:pt x="3036" y="688"/>
                    <a:pt x="2349" y="1"/>
                    <a:pt x="150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3"/>
            <p:cNvSpPr/>
            <p:nvPr/>
          </p:nvSpPr>
          <p:spPr>
            <a:xfrm>
              <a:off x="2155015" y="2117869"/>
              <a:ext cx="4326" cy="8619"/>
            </a:xfrm>
            <a:custGeom>
              <a:avLst/>
              <a:gdLst/>
              <a:ahLst/>
              <a:cxnLst/>
              <a:rect l="l" t="t" r="r" b="b"/>
              <a:pathLst>
                <a:path w="134" h="267" extrusionOk="0">
                  <a:moveTo>
                    <a:pt x="0" y="1"/>
                  </a:moveTo>
                  <a:cubicBezTo>
                    <a:pt x="0" y="45"/>
                    <a:pt x="0" y="89"/>
                    <a:pt x="0" y="134"/>
                  </a:cubicBezTo>
                  <a:cubicBezTo>
                    <a:pt x="0" y="178"/>
                    <a:pt x="0" y="222"/>
                    <a:pt x="0" y="267"/>
                  </a:cubicBezTo>
                  <a:lnTo>
                    <a:pt x="133" y="267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3"/>
            <p:cNvSpPr/>
            <p:nvPr/>
          </p:nvSpPr>
          <p:spPr>
            <a:xfrm>
              <a:off x="1779502" y="1951936"/>
              <a:ext cx="3616" cy="8619"/>
            </a:xfrm>
            <a:custGeom>
              <a:avLst/>
              <a:gdLst/>
              <a:ahLst/>
              <a:cxnLst/>
              <a:rect l="l" t="t" r="r" b="b"/>
              <a:pathLst>
                <a:path w="112" h="267" extrusionOk="0">
                  <a:moveTo>
                    <a:pt x="89" y="0"/>
                  </a:moveTo>
                  <a:cubicBezTo>
                    <a:pt x="67" y="89"/>
                    <a:pt x="23" y="178"/>
                    <a:pt x="0" y="266"/>
                  </a:cubicBezTo>
                  <a:lnTo>
                    <a:pt x="111" y="26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3"/>
            <p:cNvSpPr/>
            <p:nvPr/>
          </p:nvSpPr>
          <p:spPr>
            <a:xfrm>
              <a:off x="951936" y="1951936"/>
              <a:ext cx="821138" cy="187432"/>
            </a:xfrm>
            <a:custGeom>
              <a:avLst/>
              <a:gdLst/>
              <a:ahLst/>
              <a:cxnLst/>
              <a:rect l="l" t="t" r="r" b="b"/>
              <a:pathLst>
                <a:path w="25436" h="5806" extrusionOk="0">
                  <a:moveTo>
                    <a:pt x="10436" y="0"/>
                  </a:moveTo>
                  <a:lnTo>
                    <a:pt x="4919" y="5539"/>
                  </a:lnTo>
                  <a:lnTo>
                    <a:pt x="0" y="5539"/>
                  </a:lnTo>
                  <a:lnTo>
                    <a:pt x="0" y="5805"/>
                  </a:lnTo>
                  <a:lnTo>
                    <a:pt x="5030" y="5805"/>
                  </a:lnTo>
                  <a:lnTo>
                    <a:pt x="10569" y="266"/>
                  </a:lnTo>
                  <a:lnTo>
                    <a:pt x="25369" y="266"/>
                  </a:lnTo>
                  <a:cubicBezTo>
                    <a:pt x="25369" y="178"/>
                    <a:pt x="25392" y="89"/>
                    <a:pt x="2543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3"/>
            <p:cNvSpPr/>
            <p:nvPr/>
          </p:nvSpPr>
          <p:spPr>
            <a:xfrm>
              <a:off x="851795" y="2077096"/>
              <a:ext cx="98752" cy="98752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1529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43" y="2792"/>
                    <a:pt x="266" y="2216"/>
                    <a:pt x="266" y="1530"/>
                  </a:cubicBezTo>
                  <a:cubicBezTo>
                    <a:pt x="266" y="843"/>
                    <a:pt x="843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1" y="688"/>
                    <a:pt x="1" y="1530"/>
                  </a:cubicBezTo>
                  <a:cubicBezTo>
                    <a:pt x="1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3"/>
            <p:cNvSpPr/>
            <p:nvPr/>
          </p:nvSpPr>
          <p:spPr>
            <a:xfrm>
              <a:off x="1770205" y="1919040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0"/>
                  </a:moveTo>
                  <a:cubicBezTo>
                    <a:pt x="864" y="0"/>
                    <a:pt x="288" y="421"/>
                    <a:pt x="89" y="1019"/>
                  </a:cubicBezTo>
                  <a:lnTo>
                    <a:pt x="377" y="1019"/>
                  </a:lnTo>
                  <a:cubicBezTo>
                    <a:pt x="576" y="576"/>
                    <a:pt x="1020" y="288"/>
                    <a:pt x="1529" y="288"/>
                  </a:cubicBez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70"/>
                    <a:pt x="1529" y="2770"/>
                  </a:cubicBezTo>
                  <a:cubicBezTo>
                    <a:pt x="842" y="2770"/>
                    <a:pt x="266" y="2216"/>
                    <a:pt x="266" y="1529"/>
                  </a:cubicBezTo>
                  <a:cubicBezTo>
                    <a:pt x="266" y="1440"/>
                    <a:pt x="288" y="1374"/>
                    <a:pt x="288" y="1285"/>
                  </a:cubicBezTo>
                  <a:lnTo>
                    <a:pt x="22" y="1285"/>
                  </a:lnTo>
                  <a:cubicBezTo>
                    <a:pt x="0" y="1374"/>
                    <a:pt x="0" y="1440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3"/>
            <p:cNvSpPr/>
            <p:nvPr/>
          </p:nvSpPr>
          <p:spPr>
            <a:xfrm>
              <a:off x="1770915" y="1951936"/>
              <a:ext cx="11460" cy="8619"/>
            </a:xfrm>
            <a:custGeom>
              <a:avLst/>
              <a:gdLst/>
              <a:ahLst/>
              <a:cxnLst/>
              <a:rect l="l" t="t" r="r" b="b"/>
              <a:pathLst>
                <a:path w="355" h="267" extrusionOk="0">
                  <a:moveTo>
                    <a:pt x="67" y="0"/>
                  </a:moveTo>
                  <a:cubicBezTo>
                    <a:pt x="23" y="89"/>
                    <a:pt x="0" y="178"/>
                    <a:pt x="0" y="266"/>
                  </a:cubicBezTo>
                  <a:lnTo>
                    <a:pt x="266" y="266"/>
                  </a:lnTo>
                  <a:cubicBezTo>
                    <a:pt x="289" y="178"/>
                    <a:pt x="333" y="89"/>
                    <a:pt x="35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9" name="Google Shape;779;p13"/>
          <p:cNvGrpSpPr/>
          <p:nvPr/>
        </p:nvGrpSpPr>
        <p:grpSpPr>
          <a:xfrm>
            <a:off x="235899" y="3037274"/>
            <a:ext cx="399883" cy="381256"/>
            <a:chOff x="7268887" y="1278648"/>
            <a:chExt cx="399883" cy="381256"/>
          </a:xfrm>
        </p:grpSpPr>
        <p:sp>
          <p:nvSpPr>
            <p:cNvPr id="780" name="Google Shape;780;p13"/>
            <p:cNvSpPr/>
            <p:nvPr/>
          </p:nvSpPr>
          <p:spPr>
            <a:xfrm>
              <a:off x="7268887" y="1278648"/>
              <a:ext cx="399883" cy="381256"/>
            </a:xfrm>
            <a:custGeom>
              <a:avLst/>
              <a:gdLst/>
              <a:ahLst/>
              <a:cxnLst/>
              <a:rect l="l" t="t" r="r" b="b"/>
              <a:pathLst>
                <a:path w="12387" h="11810" extrusionOk="0">
                  <a:moveTo>
                    <a:pt x="5917" y="798"/>
                  </a:moveTo>
                  <a:cubicBezTo>
                    <a:pt x="7224" y="798"/>
                    <a:pt x="8531" y="1285"/>
                    <a:pt x="9528" y="2282"/>
                  </a:cubicBezTo>
                  <a:cubicBezTo>
                    <a:pt x="11522" y="4276"/>
                    <a:pt x="11522" y="7533"/>
                    <a:pt x="9528" y="9527"/>
                  </a:cubicBezTo>
                  <a:cubicBezTo>
                    <a:pt x="8553" y="10480"/>
                    <a:pt x="7268" y="11012"/>
                    <a:pt x="5917" y="11012"/>
                  </a:cubicBezTo>
                  <a:cubicBezTo>
                    <a:pt x="4543" y="11012"/>
                    <a:pt x="3258" y="10480"/>
                    <a:pt x="2283" y="9527"/>
                  </a:cubicBezTo>
                  <a:cubicBezTo>
                    <a:pt x="1330" y="8552"/>
                    <a:pt x="799" y="7267"/>
                    <a:pt x="799" y="5894"/>
                  </a:cubicBezTo>
                  <a:cubicBezTo>
                    <a:pt x="799" y="4542"/>
                    <a:pt x="1330" y="3257"/>
                    <a:pt x="2283" y="2282"/>
                  </a:cubicBezTo>
                  <a:cubicBezTo>
                    <a:pt x="3280" y="1285"/>
                    <a:pt x="4609" y="798"/>
                    <a:pt x="5917" y="798"/>
                  </a:cubicBezTo>
                  <a:close/>
                  <a:moveTo>
                    <a:pt x="5906" y="0"/>
                  </a:moveTo>
                  <a:cubicBezTo>
                    <a:pt x="4393" y="0"/>
                    <a:pt x="2881" y="576"/>
                    <a:pt x="1729" y="1728"/>
                  </a:cubicBezTo>
                  <a:cubicBezTo>
                    <a:pt x="621" y="2836"/>
                    <a:pt x="1" y="4321"/>
                    <a:pt x="1" y="5894"/>
                  </a:cubicBezTo>
                  <a:cubicBezTo>
                    <a:pt x="1" y="7489"/>
                    <a:pt x="621" y="8973"/>
                    <a:pt x="1729" y="10081"/>
                  </a:cubicBezTo>
                  <a:cubicBezTo>
                    <a:pt x="2859" y="11189"/>
                    <a:pt x="4344" y="11809"/>
                    <a:pt x="5917" y="11809"/>
                  </a:cubicBezTo>
                  <a:cubicBezTo>
                    <a:pt x="7490" y="11809"/>
                    <a:pt x="8974" y="11189"/>
                    <a:pt x="10082" y="10081"/>
                  </a:cubicBezTo>
                  <a:cubicBezTo>
                    <a:pt x="12386" y="7777"/>
                    <a:pt x="12386" y="4033"/>
                    <a:pt x="10082" y="1728"/>
                  </a:cubicBezTo>
                  <a:cubicBezTo>
                    <a:pt x="8930" y="576"/>
                    <a:pt x="7418" y="0"/>
                    <a:pt x="5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3"/>
            <p:cNvSpPr/>
            <p:nvPr/>
          </p:nvSpPr>
          <p:spPr>
            <a:xfrm>
              <a:off x="7378325" y="1388086"/>
              <a:ext cx="162413" cy="162381"/>
            </a:xfrm>
            <a:custGeom>
              <a:avLst/>
              <a:gdLst/>
              <a:ahLst/>
              <a:cxnLst/>
              <a:rect l="l" t="t" r="r" b="b"/>
              <a:pathLst>
                <a:path w="5031" h="5030" extrusionOk="0">
                  <a:moveTo>
                    <a:pt x="2527" y="0"/>
                  </a:moveTo>
                  <a:cubicBezTo>
                    <a:pt x="1131" y="0"/>
                    <a:pt x="1" y="1130"/>
                    <a:pt x="1" y="2504"/>
                  </a:cubicBezTo>
                  <a:cubicBezTo>
                    <a:pt x="1" y="3900"/>
                    <a:pt x="1131" y="5030"/>
                    <a:pt x="2527" y="5030"/>
                  </a:cubicBezTo>
                  <a:cubicBezTo>
                    <a:pt x="3900" y="5030"/>
                    <a:pt x="5030" y="3900"/>
                    <a:pt x="5030" y="2504"/>
                  </a:cubicBezTo>
                  <a:cubicBezTo>
                    <a:pt x="5030" y="1130"/>
                    <a:pt x="3900" y="0"/>
                    <a:pt x="25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" name="Google Shape;782;p13"/>
          <p:cNvGrpSpPr/>
          <p:nvPr/>
        </p:nvGrpSpPr>
        <p:grpSpPr>
          <a:xfrm rot="-5400000" flipH="1">
            <a:off x="7988397" y="401520"/>
            <a:ext cx="1468333" cy="494947"/>
            <a:chOff x="-21957" y="3648039"/>
            <a:chExt cx="1468333" cy="494947"/>
          </a:xfrm>
        </p:grpSpPr>
        <p:sp>
          <p:nvSpPr>
            <p:cNvPr id="783" name="Google Shape;783;p13"/>
            <p:cNvSpPr/>
            <p:nvPr/>
          </p:nvSpPr>
          <p:spPr>
            <a:xfrm>
              <a:off x="1113676" y="3810286"/>
              <a:ext cx="332700" cy="332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3"/>
            <p:cNvSpPr/>
            <p:nvPr/>
          </p:nvSpPr>
          <p:spPr>
            <a:xfrm>
              <a:off x="-21957" y="3648039"/>
              <a:ext cx="1150161" cy="332607"/>
            </a:xfrm>
            <a:custGeom>
              <a:avLst/>
              <a:gdLst/>
              <a:ahLst/>
              <a:cxnLst/>
              <a:rect l="l" t="t" r="r" b="b"/>
              <a:pathLst>
                <a:path w="35628" h="10303" extrusionOk="0">
                  <a:moveTo>
                    <a:pt x="0" y="0"/>
                  </a:moveTo>
                  <a:lnTo>
                    <a:pt x="0" y="1108"/>
                  </a:lnTo>
                  <a:lnTo>
                    <a:pt x="9062" y="10192"/>
                  </a:lnTo>
                  <a:lnTo>
                    <a:pt x="9173" y="10303"/>
                  </a:lnTo>
                  <a:lnTo>
                    <a:pt x="35583" y="10303"/>
                  </a:lnTo>
                  <a:cubicBezTo>
                    <a:pt x="35583" y="10259"/>
                    <a:pt x="35583" y="10214"/>
                    <a:pt x="35583" y="10170"/>
                  </a:cubicBezTo>
                  <a:cubicBezTo>
                    <a:pt x="35583" y="9949"/>
                    <a:pt x="35605" y="9727"/>
                    <a:pt x="35627" y="9505"/>
                  </a:cubicBezTo>
                  <a:lnTo>
                    <a:pt x="9505" y="9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3"/>
            <p:cNvSpPr/>
            <p:nvPr/>
          </p:nvSpPr>
          <p:spPr>
            <a:xfrm>
              <a:off x="1198819" y="3895801"/>
              <a:ext cx="162413" cy="161671"/>
            </a:xfrm>
            <a:custGeom>
              <a:avLst/>
              <a:gdLst/>
              <a:ahLst/>
              <a:cxnLst/>
              <a:rect l="l" t="t" r="r" b="b"/>
              <a:pathLst>
                <a:path w="5031" h="5008" extrusionOk="0">
                  <a:moveTo>
                    <a:pt x="2505" y="0"/>
                  </a:moveTo>
                  <a:cubicBezTo>
                    <a:pt x="1131" y="0"/>
                    <a:pt x="1" y="1108"/>
                    <a:pt x="1" y="2504"/>
                  </a:cubicBezTo>
                  <a:cubicBezTo>
                    <a:pt x="1" y="3878"/>
                    <a:pt x="1131" y="5008"/>
                    <a:pt x="2505" y="5008"/>
                  </a:cubicBezTo>
                  <a:cubicBezTo>
                    <a:pt x="3900" y="5008"/>
                    <a:pt x="5030" y="3878"/>
                    <a:pt x="5030" y="2504"/>
                  </a:cubicBezTo>
                  <a:cubicBezTo>
                    <a:pt x="5030" y="1108"/>
                    <a:pt x="3900" y="0"/>
                    <a:pt x="2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6" name="Google Shape;786;p13"/>
          <p:cNvGrpSpPr/>
          <p:nvPr/>
        </p:nvGrpSpPr>
        <p:grpSpPr>
          <a:xfrm>
            <a:off x="7629026" y="4335800"/>
            <a:ext cx="1239039" cy="568423"/>
            <a:chOff x="208301" y="226025"/>
            <a:chExt cx="1239039" cy="568423"/>
          </a:xfrm>
        </p:grpSpPr>
        <p:sp>
          <p:nvSpPr>
            <p:cNvPr id="787" name="Google Shape;787;p13"/>
            <p:cNvSpPr/>
            <p:nvPr/>
          </p:nvSpPr>
          <p:spPr>
            <a:xfrm>
              <a:off x="332791" y="266933"/>
              <a:ext cx="1007840" cy="482141"/>
            </a:xfrm>
            <a:custGeom>
              <a:avLst/>
              <a:gdLst/>
              <a:ahLst/>
              <a:cxnLst/>
              <a:rect l="l" t="t" r="r" b="b"/>
              <a:pathLst>
                <a:path w="25105" h="12010" extrusionOk="0">
                  <a:moveTo>
                    <a:pt x="18612" y="1"/>
                  </a:moveTo>
                  <a:lnTo>
                    <a:pt x="6869" y="11721"/>
                  </a:lnTo>
                  <a:lnTo>
                    <a:pt x="1" y="11721"/>
                  </a:lnTo>
                  <a:lnTo>
                    <a:pt x="1" y="12010"/>
                  </a:lnTo>
                  <a:lnTo>
                    <a:pt x="7002" y="12010"/>
                  </a:lnTo>
                  <a:lnTo>
                    <a:pt x="18723" y="267"/>
                  </a:lnTo>
                  <a:lnTo>
                    <a:pt x="25104" y="267"/>
                  </a:lnTo>
                  <a:lnTo>
                    <a:pt x="25104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3"/>
            <p:cNvSpPr/>
            <p:nvPr/>
          </p:nvSpPr>
          <p:spPr>
            <a:xfrm>
              <a:off x="208301" y="671644"/>
              <a:ext cx="122763" cy="122804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67"/>
                  </a:moveTo>
                  <a:cubicBezTo>
                    <a:pt x="2216" y="267"/>
                    <a:pt x="2770" y="843"/>
                    <a:pt x="2770" y="1530"/>
                  </a:cubicBezTo>
                  <a:cubicBezTo>
                    <a:pt x="2770" y="2217"/>
                    <a:pt x="2216" y="2770"/>
                    <a:pt x="1529" y="2770"/>
                  </a:cubicBezTo>
                  <a:cubicBezTo>
                    <a:pt x="842" y="2770"/>
                    <a:pt x="266" y="2217"/>
                    <a:pt x="266" y="1530"/>
                  </a:cubicBezTo>
                  <a:cubicBezTo>
                    <a:pt x="266" y="843"/>
                    <a:pt x="842" y="267"/>
                    <a:pt x="1529" y="267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8"/>
                    <a:pt x="0" y="1530"/>
                  </a:cubicBezTo>
                  <a:cubicBezTo>
                    <a:pt x="0" y="2372"/>
                    <a:pt x="687" y="3058"/>
                    <a:pt x="1529" y="3058"/>
                  </a:cubicBezTo>
                  <a:cubicBezTo>
                    <a:pt x="2371" y="3058"/>
                    <a:pt x="3058" y="2372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3"/>
            <p:cNvSpPr/>
            <p:nvPr/>
          </p:nvSpPr>
          <p:spPr>
            <a:xfrm>
              <a:off x="1324576" y="226025"/>
              <a:ext cx="122763" cy="122804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89"/>
                  </a:moveTo>
                  <a:cubicBezTo>
                    <a:pt x="2216" y="289"/>
                    <a:pt x="2770" y="843"/>
                    <a:pt x="2770" y="1529"/>
                  </a:cubicBezTo>
                  <a:cubicBezTo>
                    <a:pt x="2770" y="2216"/>
                    <a:pt x="2216" y="2770"/>
                    <a:pt x="1529" y="2770"/>
                  </a:cubicBezTo>
                  <a:cubicBezTo>
                    <a:pt x="842" y="2770"/>
                    <a:pt x="288" y="2216"/>
                    <a:pt x="288" y="1529"/>
                  </a:cubicBezTo>
                  <a:cubicBezTo>
                    <a:pt x="288" y="843"/>
                    <a:pt x="842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0" name="Google Shape;790;p13"/>
          <p:cNvGrpSpPr/>
          <p:nvPr/>
        </p:nvGrpSpPr>
        <p:grpSpPr>
          <a:xfrm>
            <a:off x="4132928" y="4736693"/>
            <a:ext cx="878357" cy="184270"/>
            <a:chOff x="919039" y="1581426"/>
            <a:chExt cx="600134" cy="125902"/>
          </a:xfrm>
        </p:grpSpPr>
        <p:sp>
          <p:nvSpPr>
            <p:cNvPr id="791" name="Google Shape;791;p13"/>
            <p:cNvSpPr/>
            <p:nvPr/>
          </p:nvSpPr>
          <p:spPr>
            <a:xfrm>
              <a:off x="1393982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7" y="3900"/>
                  </a:lnTo>
                  <a:lnTo>
                    <a:pt x="38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3"/>
            <p:cNvSpPr/>
            <p:nvPr/>
          </p:nvSpPr>
          <p:spPr>
            <a:xfrm>
              <a:off x="1156511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8" y="3900"/>
                  </a:lnTo>
                  <a:lnTo>
                    <a:pt x="3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3"/>
            <p:cNvSpPr/>
            <p:nvPr/>
          </p:nvSpPr>
          <p:spPr>
            <a:xfrm>
              <a:off x="919039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8" y="3900"/>
                  </a:lnTo>
                  <a:lnTo>
                    <a:pt x="3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3"/>
            <p:cNvSpPr/>
            <p:nvPr/>
          </p:nvSpPr>
          <p:spPr>
            <a:xfrm>
              <a:off x="951225" y="1640084"/>
              <a:ext cx="505705" cy="8619"/>
            </a:xfrm>
            <a:custGeom>
              <a:avLst/>
              <a:gdLst/>
              <a:ahLst/>
              <a:cxnLst/>
              <a:rect l="l" t="t" r="r" b="b"/>
              <a:pathLst>
                <a:path w="15665" h="267" extrusionOk="0">
                  <a:moveTo>
                    <a:pt x="0" y="0"/>
                  </a:moveTo>
                  <a:lnTo>
                    <a:pt x="0" y="266"/>
                  </a:lnTo>
                  <a:lnTo>
                    <a:pt x="15665" y="266"/>
                  </a:lnTo>
                  <a:lnTo>
                    <a:pt x="15665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13"/>
          <p:cNvGrpSpPr/>
          <p:nvPr/>
        </p:nvGrpSpPr>
        <p:grpSpPr>
          <a:xfrm>
            <a:off x="6040478" y="4608520"/>
            <a:ext cx="182798" cy="598473"/>
            <a:chOff x="3638102" y="4583399"/>
            <a:chExt cx="182798" cy="598473"/>
          </a:xfrm>
        </p:grpSpPr>
        <p:sp>
          <p:nvSpPr>
            <p:cNvPr id="796" name="Google Shape;796;p13"/>
            <p:cNvSpPr/>
            <p:nvPr/>
          </p:nvSpPr>
          <p:spPr>
            <a:xfrm>
              <a:off x="3710947" y="4755502"/>
              <a:ext cx="21214" cy="426370"/>
            </a:xfrm>
            <a:custGeom>
              <a:avLst/>
              <a:gdLst/>
              <a:ahLst/>
              <a:cxnLst/>
              <a:rect l="l" t="t" r="r" b="b"/>
              <a:pathLst>
                <a:path w="355" h="7135" extrusionOk="0">
                  <a:moveTo>
                    <a:pt x="0" y="1"/>
                  </a:moveTo>
                  <a:lnTo>
                    <a:pt x="0" y="7135"/>
                  </a:lnTo>
                  <a:lnTo>
                    <a:pt x="355" y="7135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3"/>
            <p:cNvSpPr/>
            <p:nvPr/>
          </p:nvSpPr>
          <p:spPr>
            <a:xfrm>
              <a:off x="3638102" y="4583399"/>
              <a:ext cx="182798" cy="181424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1862" y="266"/>
                    <a:pt x="2172" y="399"/>
                    <a:pt x="2394" y="643"/>
                  </a:cubicBezTo>
                  <a:cubicBezTo>
                    <a:pt x="2638" y="864"/>
                    <a:pt x="2770" y="1175"/>
                    <a:pt x="2770" y="1507"/>
                  </a:cubicBezTo>
                  <a:cubicBezTo>
                    <a:pt x="2770" y="1839"/>
                    <a:pt x="2638" y="2172"/>
                    <a:pt x="2394" y="2393"/>
                  </a:cubicBezTo>
                  <a:cubicBezTo>
                    <a:pt x="2172" y="2637"/>
                    <a:pt x="1862" y="2770"/>
                    <a:pt x="1530" y="2770"/>
                  </a:cubicBezTo>
                  <a:cubicBezTo>
                    <a:pt x="1197" y="2770"/>
                    <a:pt x="865" y="2637"/>
                    <a:pt x="643" y="2393"/>
                  </a:cubicBezTo>
                  <a:cubicBezTo>
                    <a:pt x="400" y="2172"/>
                    <a:pt x="267" y="1839"/>
                    <a:pt x="267" y="1507"/>
                  </a:cubicBezTo>
                  <a:cubicBezTo>
                    <a:pt x="267" y="1175"/>
                    <a:pt x="400" y="864"/>
                    <a:pt x="643" y="643"/>
                  </a:cubicBezTo>
                  <a:cubicBezTo>
                    <a:pt x="865" y="399"/>
                    <a:pt x="1197" y="266"/>
                    <a:pt x="1530" y="266"/>
                  </a:cubicBezTo>
                  <a:close/>
                  <a:moveTo>
                    <a:pt x="1530" y="0"/>
                  </a:moveTo>
                  <a:cubicBezTo>
                    <a:pt x="1109" y="0"/>
                    <a:pt x="732" y="155"/>
                    <a:pt x="444" y="443"/>
                  </a:cubicBezTo>
                  <a:cubicBezTo>
                    <a:pt x="156" y="731"/>
                    <a:pt x="1" y="1108"/>
                    <a:pt x="1" y="1507"/>
                  </a:cubicBezTo>
                  <a:cubicBezTo>
                    <a:pt x="1" y="1928"/>
                    <a:pt x="156" y="2305"/>
                    <a:pt x="444" y="2593"/>
                  </a:cubicBezTo>
                  <a:cubicBezTo>
                    <a:pt x="732" y="2881"/>
                    <a:pt x="1109" y="3036"/>
                    <a:pt x="1530" y="3036"/>
                  </a:cubicBezTo>
                  <a:cubicBezTo>
                    <a:pt x="1928" y="3036"/>
                    <a:pt x="2305" y="2881"/>
                    <a:pt x="2593" y="2593"/>
                  </a:cubicBezTo>
                  <a:cubicBezTo>
                    <a:pt x="2881" y="2305"/>
                    <a:pt x="3058" y="1928"/>
                    <a:pt x="3058" y="1507"/>
                  </a:cubicBezTo>
                  <a:cubicBezTo>
                    <a:pt x="3058" y="1108"/>
                    <a:pt x="2881" y="731"/>
                    <a:pt x="2593" y="443"/>
                  </a:cubicBezTo>
                  <a:cubicBezTo>
                    <a:pt x="2305" y="155"/>
                    <a:pt x="1928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13"/>
          <p:cNvGrpSpPr/>
          <p:nvPr/>
        </p:nvGrpSpPr>
        <p:grpSpPr>
          <a:xfrm>
            <a:off x="2409497" y="4753383"/>
            <a:ext cx="507036" cy="690583"/>
            <a:chOff x="2409497" y="4753383"/>
            <a:chExt cx="507036" cy="690583"/>
          </a:xfrm>
        </p:grpSpPr>
        <p:grpSp>
          <p:nvGrpSpPr>
            <p:cNvPr id="799" name="Google Shape;799;p13"/>
            <p:cNvGrpSpPr/>
            <p:nvPr/>
          </p:nvGrpSpPr>
          <p:grpSpPr>
            <a:xfrm>
              <a:off x="2733735" y="4845493"/>
              <a:ext cx="182798" cy="598473"/>
              <a:chOff x="3638102" y="4583399"/>
              <a:chExt cx="182798" cy="598473"/>
            </a:xfrm>
          </p:grpSpPr>
          <p:sp>
            <p:nvSpPr>
              <p:cNvPr id="800" name="Google Shape;800;p13"/>
              <p:cNvSpPr/>
              <p:nvPr/>
            </p:nvSpPr>
            <p:spPr>
              <a:xfrm>
                <a:off x="3710947" y="4755502"/>
                <a:ext cx="21214" cy="42637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7135" extrusionOk="0">
                    <a:moveTo>
                      <a:pt x="0" y="1"/>
                    </a:moveTo>
                    <a:lnTo>
                      <a:pt x="0" y="7135"/>
                    </a:lnTo>
                    <a:lnTo>
                      <a:pt x="355" y="7135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3"/>
              <p:cNvSpPr/>
              <p:nvPr/>
            </p:nvSpPr>
            <p:spPr>
              <a:xfrm>
                <a:off x="3638102" y="4583399"/>
                <a:ext cx="182798" cy="181424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1862" y="266"/>
                      <a:pt x="2172" y="399"/>
                      <a:pt x="2394" y="643"/>
                    </a:cubicBezTo>
                    <a:cubicBezTo>
                      <a:pt x="2638" y="864"/>
                      <a:pt x="2770" y="1175"/>
                      <a:pt x="2770" y="1507"/>
                    </a:cubicBezTo>
                    <a:cubicBezTo>
                      <a:pt x="2770" y="1839"/>
                      <a:pt x="2638" y="2172"/>
                      <a:pt x="2394" y="2393"/>
                    </a:cubicBezTo>
                    <a:cubicBezTo>
                      <a:pt x="2172" y="2637"/>
                      <a:pt x="1862" y="2770"/>
                      <a:pt x="1530" y="2770"/>
                    </a:cubicBezTo>
                    <a:cubicBezTo>
                      <a:pt x="1197" y="2770"/>
                      <a:pt x="865" y="2637"/>
                      <a:pt x="643" y="2393"/>
                    </a:cubicBezTo>
                    <a:cubicBezTo>
                      <a:pt x="400" y="2172"/>
                      <a:pt x="267" y="1839"/>
                      <a:pt x="267" y="1507"/>
                    </a:cubicBezTo>
                    <a:cubicBezTo>
                      <a:pt x="267" y="1175"/>
                      <a:pt x="400" y="864"/>
                      <a:pt x="643" y="643"/>
                    </a:cubicBezTo>
                    <a:cubicBezTo>
                      <a:pt x="865" y="399"/>
                      <a:pt x="1197" y="266"/>
                      <a:pt x="1530" y="266"/>
                    </a:cubicBezTo>
                    <a:close/>
                    <a:moveTo>
                      <a:pt x="1530" y="0"/>
                    </a:moveTo>
                    <a:cubicBezTo>
                      <a:pt x="1109" y="0"/>
                      <a:pt x="732" y="155"/>
                      <a:pt x="444" y="443"/>
                    </a:cubicBezTo>
                    <a:cubicBezTo>
                      <a:pt x="156" y="731"/>
                      <a:pt x="1" y="1108"/>
                      <a:pt x="1" y="1507"/>
                    </a:cubicBezTo>
                    <a:cubicBezTo>
                      <a:pt x="1" y="1928"/>
                      <a:pt x="156" y="2305"/>
                      <a:pt x="444" y="2593"/>
                    </a:cubicBezTo>
                    <a:cubicBezTo>
                      <a:pt x="732" y="2881"/>
                      <a:pt x="1109" y="3036"/>
                      <a:pt x="1530" y="3036"/>
                    </a:cubicBezTo>
                    <a:cubicBezTo>
                      <a:pt x="1928" y="3036"/>
                      <a:pt x="2305" y="2881"/>
                      <a:pt x="2593" y="2593"/>
                    </a:cubicBezTo>
                    <a:cubicBezTo>
                      <a:pt x="2881" y="2305"/>
                      <a:pt x="3058" y="1928"/>
                      <a:pt x="3058" y="1507"/>
                    </a:cubicBezTo>
                    <a:cubicBezTo>
                      <a:pt x="3058" y="1108"/>
                      <a:pt x="2881" y="731"/>
                      <a:pt x="2593" y="443"/>
                    </a:cubicBezTo>
                    <a:cubicBezTo>
                      <a:pt x="2305" y="155"/>
                      <a:pt x="1928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2" name="Google Shape;802;p13"/>
            <p:cNvGrpSpPr/>
            <p:nvPr/>
          </p:nvGrpSpPr>
          <p:grpSpPr>
            <a:xfrm>
              <a:off x="2409497" y="4753383"/>
              <a:ext cx="182798" cy="598473"/>
              <a:chOff x="3638102" y="4583399"/>
              <a:chExt cx="182798" cy="598473"/>
            </a:xfrm>
          </p:grpSpPr>
          <p:sp>
            <p:nvSpPr>
              <p:cNvPr id="803" name="Google Shape;803;p13"/>
              <p:cNvSpPr/>
              <p:nvPr/>
            </p:nvSpPr>
            <p:spPr>
              <a:xfrm>
                <a:off x="3710947" y="4755502"/>
                <a:ext cx="21214" cy="42637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7135" extrusionOk="0">
                    <a:moveTo>
                      <a:pt x="0" y="1"/>
                    </a:moveTo>
                    <a:lnTo>
                      <a:pt x="0" y="7135"/>
                    </a:lnTo>
                    <a:lnTo>
                      <a:pt x="355" y="7135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3"/>
              <p:cNvSpPr/>
              <p:nvPr/>
            </p:nvSpPr>
            <p:spPr>
              <a:xfrm>
                <a:off x="3638102" y="4583399"/>
                <a:ext cx="182798" cy="181424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1862" y="266"/>
                      <a:pt x="2172" y="399"/>
                      <a:pt x="2394" y="643"/>
                    </a:cubicBezTo>
                    <a:cubicBezTo>
                      <a:pt x="2638" y="864"/>
                      <a:pt x="2770" y="1175"/>
                      <a:pt x="2770" y="1507"/>
                    </a:cubicBezTo>
                    <a:cubicBezTo>
                      <a:pt x="2770" y="1839"/>
                      <a:pt x="2638" y="2172"/>
                      <a:pt x="2394" y="2393"/>
                    </a:cubicBezTo>
                    <a:cubicBezTo>
                      <a:pt x="2172" y="2637"/>
                      <a:pt x="1862" y="2770"/>
                      <a:pt x="1530" y="2770"/>
                    </a:cubicBezTo>
                    <a:cubicBezTo>
                      <a:pt x="1197" y="2770"/>
                      <a:pt x="865" y="2637"/>
                      <a:pt x="643" y="2393"/>
                    </a:cubicBezTo>
                    <a:cubicBezTo>
                      <a:pt x="400" y="2172"/>
                      <a:pt x="267" y="1839"/>
                      <a:pt x="267" y="1507"/>
                    </a:cubicBezTo>
                    <a:cubicBezTo>
                      <a:pt x="267" y="1175"/>
                      <a:pt x="400" y="864"/>
                      <a:pt x="643" y="643"/>
                    </a:cubicBezTo>
                    <a:cubicBezTo>
                      <a:pt x="865" y="399"/>
                      <a:pt x="1197" y="266"/>
                      <a:pt x="1530" y="266"/>
                    </a:cubicBezTo>
                    <a:close/>
                    <a:moveTo>
                      <a:pt x="1530" y="0"/>
                    </a:moveTo>
                    <a:cubicBezTo>
                      <a:pt x="1109" y="0"/>
                      <a:pt x="732" y="155"/>
                      <a:pt x="444" y="443"/>
                    </a:cubicBezTo>
                    <a:cubicBezTo>
                      <a:pt x="156" y="731"/>
                      <a:pt x="1" y="1108"/>
                      <a:pt x="1" y="1507"/>
                    </a:cubicBezTo>
                    <a:cubicBezTo>
                      <a:pt x="1" y="1928"/>
                      <a:pt x="156" y="2305"/>
                      <a:pt x="444" y="2593"/>
                    </a:cubicBezTo>
                    <a:cubicBezTo>
                      <a:pt x="732" y="2881"/>
                      <a:pt x="1109" y="3036"/>
                      <a:pt x="1530" y="3036"/>
                    </a:cubicBezTo>
                    <a:cubicBezTo>
                      <a:pt x="1928" y="3036"/>
                      <a:pt x="2305" y="2881"/>
                      <a:pt x="2593" y="2593"/>
                    </a:cubicBezTo>
                    <a:cubicBezTo>
                      <a:pt x="2881" y="2305"/>
                      <a:pt x="3058" y="1928"/>
                      <a:pt x="3058" y="1507"/>
                    </a:cubicBezTo>
                    <a:cubicBezTo>
                      <a:pt x="3058" y="1108"/>
                      <a:pt x="2881" y="731"/>
                      <a:pt x="2593" y="443"/>
                    </a:cubicBezTo>
                    <a:cubicBezTo>
                      <a:pt x="2305" y="155"/>
                      <a:pt x="1928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05" name="Google Shape;805;p13"/>
          <p:cNvGrpSpPr/>
          <p:nvPr/>
        </p:nvGrpSpPr>
        <p:grpSpPr>
          <a:xfrm flipH="1">
            <a:off x="8474491" y="2262082"/>
            <a:ext cx="889837" cy="986391"/>
            <a:chOff x="-138609" y="2210165"/>
            <a:chExt cx="889837" cy="986391"/>
          </a:xfrm>
        </p:grpSpPr>
        <p:grpSp>
          <p:nvGrpSpPr>
            <p:cNvPr id="806" name="Google Shape;806;p13"/>
            <p:cNvGrpSpPr/>
            <p:nvPr/>
          </p:nvGrpSpPr>
          <p:grpSpPr>
            <a:xfrm flipH="1">
              <a:off x="-138609" y="2517039"/>
              <a:ext cx="889837" cy="679518"/>
              <a:chOff x="-350462" y="2364639"/>
              <a:chExt cx="889837" cy="679518"/>
            </a:xfrm>
          </p:grpSpPr>
          <p:sp>
            <p:nvSpPr>
              <p:cNvPr id="807" name="Google Shape;807;p13"/>
              <p:cNvSpPr/>
              <p:nvPr/>
            </p:nvSpPr>
            <p:spPr>
              <a:xfrm>
                <a:off x="-350462" y="2364639"/>
                <a:ext cx="98752" cy="98010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2216" y="266"/>
                      <a:pt x="2770" y="820"/>
                      <a:pt x="2770" y="1529"/>
                    </a:cubicBezTo>
                    <a:cubicBezTo>
                      <a:pt x="2770" y="2216"/>
                      <a:pt x="2216" y="2770"/>
                      <a:pt x="1530" y="2770"/>
                    </a:cubicBezTo>
                    <a:cubicBezTo>
                      <a:pt x="843" y="2770"/>
                      <a:pt x="267" y="2216"/>
                      <a:pt x="267" y="1529"/>
                    </a:cubicBezTo>
                    <a:cubicBezTo>
                      <a:pt x="267" y="820"/>
                      <a:pt x="843" y="266"/>
                      <a:pt x="1530" y="266"/>
                    </a:cubicBezTo>
                    <a:close/>
                    <a:moveTo>
                      <a:pt x="1530" y="1"/>
                    </a:moveTo>
                    <a:cubicBezTo>
                      <a:pt x="688" y="1"/>
                      <a:pt x="1" y="687"/>
                      <a:pt x="1" y="1529"/>
                    </a:cubicBezTo>
                    <a:cubicBezTo>
                      <a:pt x="1" y="2371"/>
                      <a:pt x="688" y="3036"/>
                      <a:pt x="1530" y="3036"/>
                    </a:cubicBezTo>
                    <a:cubicBezTo>
                      <a:pt x="2371" y="3036"/>
                      <a:pt x="3058" y="2371"/>
                      <a:pt x="3058" y="1529"/>
                    </a:cubicBezTo>
                    <a:cubicBezTo>
                      <a:pt x="3058" y="1507"/>
                      <a:pt x="3058" y="1507"/>
                      <a:pt x="3058" y="1507"/>
                    </a:cubicBezTo>
                    <a:lnTo>
                      <a:pt x="2815" y="1507"/>
                    </a:lnTo>
                    <a:lnTo>
                      <a:pt x="2815" y="1219"/>
                    </a:lnTo>
                    <a:lnTo>
                      <a:pt x="3036" y="1219"/>
                    </a:lnTo>
                    <a:cubicBezTo>
                      <a:pt x="2881" y="532"/>
                      <a:pt x="2261" y="1"/>
                      <a:pt x="15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13"/>
              <p:cNvSpPr/>
              <p:nvPr/>
            </p:nvSpPr>
            <p:spPr>
              <a:xfrm>
                <a:off x="-36448" y="2744446"/>
                <a:ext cx="575823" cy="299711"/>
              </a:xfrm>
              <a:custGeom>
                <a:avLst/>
                <a:gdLst/>
                <a:ahLst/>
                <a:cxnLst/>
                <a:rect l="l" t="t" r="r" b="b"/>
                <a:pathLst>
                  <a:path w="17837" h="9284" extrusionOk="0">
                    <a:moveTo>
                      <a:pt x="0" y="1"/>
                    </a:moveTo>
                    <a:cubicBezTo>
                      <a:pt x="0" y="67"/>
                      <a:pt x="23" y="111"/>
                      <a:pt x="23" y="178"/>
                    </a:cubicBezTo>
                    <a:cubicBezTo>
                      <a:pt x="23" y="200"/>
                      <a:pt x="0" y="244"/>
                      <a:pt x="0" y="266"/>
                    </a:cubicBezTo>
                    <a:lnTo>
                      <a:pt x="8819" y="266"/>
                    </a:lnTo>
                    <a:lnTo>
                      <a:pt x="17836" y="9284"/>
                    </a:lnTo>
                    <a:lnTo>
                      <a:pt x="17836" y="8885"/>
                    </a:lnTo>
                    <a:lnTo>
                      <a:pt x="8929" y="1"/>
                    </a:ln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3"/>
              <p:cNvSpPr/>
              <p:nvPr/>
            </p:nvSpPr>
            <p:spPr>
              <a:xfrm>
                <a:off x="-252452" y="2403991"/>
                <a:ext cx="791825" cy="474230"/>
              </a:xfrm>
              <a:custGeom>
                <a:avLst/>
                <a:gdLst/>
                <a:ahLst/>
                <a:cxnLst/>
                <a:rect l="l" t="t" r="r" b="b"/>
                <a:pathLst>
                  <a:path w="24528" h="14690" extrusionOk="0">
                    <a:moveTo>
                      <a:pt x="0" y="0"/>
                    </a:moveTo>
                    <a:cubicBezTo>
                      <a:pt x="0" y="89"/>
                      <a:pt x="22" y="200"/>
                      <a:pt x="22" y="288"/>
                    </a:cubicBezTo>
                    <a:lnTo>
                      <a:pt x="10103" y="288"/>
                    </a:lnTo>
                    <a:lnTo>
                      <a:pt x="24527" y="14690"/>
                    </a:lnTo>
                    <a:lnTo>
                      <a:pt x="24527" y="14313"/>
                    </a:lnTo>
                    <a:lnTo>
                      <a:pt x="10214" y="0"/>
                    </a:ln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3"/>
              <p:cNvSpPr/>
              <p:nvPr/>
            </p:nvSpPr>
            <p:spPr>
              <a:xfrm>
                <a:off x="-134458" y="2700832"/>
                <a:ext cx="98042" cy="98720"/>
              </a:xfrm>
              <a:custGeom>
                <a:avLst/>
                <a:gdLst/>
                <a:ahLst/>
                <a:cxnLst/>
                <a:rect l="l" t="t" r="r" b="b"/>
                <a:pathLst>
                  <a:path w="3037" h="3058" extrusionOk="0">
                    <a:moveTo>
                      <a:pt x="1530" y="0"/>
                    </a:moveTo>
                    <a:cubicBezTo>
                      <a:pt x="688" y="0"/>
                      <a:pt x="1" y="687"/>
                      <a:pt x="1" y="1529"/>
                    </a:cubicBezTo>
                    <a:cubicBezTo>
                      <a:pt x="1" y="2371"/>
                      <a:pt x="688" y="3058"/>
                      <a:pt x="1530" y="3058"/>
                    </a:cubicBezTo>
                    <a:cubicBezTo>
                      <a:pt x="2327" y="3058"/>
                      <a:pt x="2992" y="2415"/>
                      <a:pt x="3036" y="1617"/>
                    </a:cubicBezTo>
                    <a:lnTo>
                      <a:pt x="2771" y="1617"/>
                    </a:lnTo>
                    <a:lnTo>
                      <a:pt x="2771" y="1573"/>
                    </a:lnTo>
                    <a:cubicBezTo>
                      <a:pt x="2748" y="2238"/>
                      <a:pt x="2194" y="2770"/>
                      <a:pt x="1530" y="2770"/>
                    </a:cubicBezTo>
                    <a:cubicBezTo>
                      <a:pt x="843" y="2770"/>
                      <a:pt x="267" y="2216"/>
                      <a:pt x="267" y="1529"/>
                    </a:cubicBezTo>
                    <a:cubicBezTo>
                      <a:pt x="267" y="842"/>
                      <a:pt x="843" y="266"/>
                      <a:pt x="1530" y="266"/>
                    </a:cubicBezTo>
                    <a:cubicBezTo>
                      <a:pt x="2194" y="266"/>
                      <a:pt x="2748" y="820"/>
                      <a:pt x="2771" y="1484"/>
                    </a:cubicBezTo>
                    <a:lnTo>
                      <a:pt x="2771" y="1352"/>
                    </a:lnTo>
                    <a:lnTo>
                      <a:pt x="3036" y="1352"/>
                    </a:lnTo>
                    <a:cubicBezTo>
                      <a:pt x="2948" y="598"/>
                      <a:pt x="2305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1" name="Google Shape;811;p13"/>
            <p:cNvSpPr/>
            <p:nvPr/>
          </p:nvSpPr>
          <p:spPr>
            <a:xfrm flipH="1">
              <a:off x="652475" y="2210165"/>
              <a:ext cx="98752" cy="98010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2216" y="266"/>
                    <a:pt x="2770" y="820"/>
                    <a:pt x="2770" y="1529"/>
                  </a:cubicBezTo>
                  <a:cubicBezTo>
                    <a:pt x="2770" y="2216"/>
                    <a:pt x="2216" y="2770"/>
                    <a:pt x="1530" y="2770"/>
                  </a:cubicBezTo>
                  <a:cubicBezTo>
                    <a:pt x="843" y="2770"/>
                    <a:pt x="267" y="2216"/>
                    <a:pt x="267" y="1529"/>
                  </a:cubicBezTo>
                  <a:cubicBezTo>
                    <a:pt x="267" y="820"/>
                    <a:pt x="843" y="266"/>
                    <a:pt x="1530" y="266"/>
                  </a:cubicBezTo>
                  <a:close/>
                  <a:moveTo>
                    <a:pt x="1530" y="1"/>
                  </a:moveTo>
                  <a:cubicBezTo>
                    <a:pt x="688" y="1"/>
                    <a:pt x="1" y="687"/>
                    <a:pt x="1" y="1529"/>
                  </a:cubicBezTo>
                  <a:cubicBezTo>
                    <a:pt x="1" y="2371"/>
                    <a:pt x="688" y="3036"/>
                    <a:pt x="1530" y="3036"/>
                  </a:cubicBezTo>
                  <a:cubicBezTo>
                    <a:pt x="2371" y="3036"/>
                    <a:pt x="3058" y="2371"/>
                    <a:pt x="3058" y="1529"/>
                  </a:cubicBezTo>
                  <a:cubicBezTo>
                    <a:pt x="3058" y="1507"/>
                    <a:pt x="3058" y="1507"/>
                    <a:pt x="3058" y="1507"/>
                  </a:cubicBezTo>
                  <a:lnTo>
                    <a:pt x="2815" y="1507"/>
                  </a:lnTo>
                  <a:lnTo>
                    <a:pt x="2815" y="1219"/>
                  </a:lnTo>
                  <a:lnTo>
                    <a:pt x="3036" y="1219"/>
                  </a:lnTo>
                  <a:cubicBezTo>
                    <a:pt x="2881" y="532"/>
                    <a:pt x="2261" y="1"/>
                    <a:pt x="1530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3"/>
            <p:cNvSpPr/>
            <p:nvPr/>
          </p:nvSpPr>
          <p:spPr>
            <a:xfrm flipH="1">
              <a:off x="-138608" y="2249518"/>
              <a:ext cx="791825" cy="474230"/>
            </a:xfrm>
            <a:custGeom>
              <a:avLst/>
              <a:gdLst/>
              <a:ahLst/>
              <a:cxnLst/>
              <a:rect l="l" t="t" r="r" b="b"/>
              <a:pathLst>
                <a:path w="24528" h="14690" extrusionOk="0">
                  <a:moveTo>
                    <a:pt x="0" y="0"/>
                  </a:moveTo>
                  <a:cubicBezTo>
                    <a:pt x="0" y="89"/>
                    <a:pt x="22" y="200"/>
                    <a:pt x="22" y="288"/>
                  </a:cubicBezTo>
                  <a:lnTo>
                    <a:pt x="10103" y="288"/>
                  </a:lnTo>
                  <a:lnTo>
                    <a:pt x="24527" y="14690"/>
                  </a:lnTo>
                  <a:lnTo>
                    <a:pt x="24527" y="14313"/>
                  </a:lnTo>
                  <a:lnTo>
                    <a:pt x="10214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3" name="Google Shape;813;p13"/>
          <p:cNvGrpSpPr/>
          <p:nvPr/>
        </p:nvGrpSpPr>
        <p:grpSpPr>
          <a:xfrm flipH="1">
            <a:off x="-43091" y="212803"/>
            <a:ext cx="399902" cy="651901"/>
            <a:chOff x="8772496" y="3715501"/>
            <a:chExt cx="399902" cy="651901"/>
          </a:xfrm>
        </p:grpSpPr>
        <p:sp>
          <p:nvSpPr>
            <p:cNvPr id="814" name="Google Shape;814;p13"/>
            <p:cNvSpPr/>
            <p:nvPr/>
          </p:nvSpPr>
          <p:spPr>
            <a:xfrm>
              <a:off x="8838105" y="3859218"/>
              <a:ext cx="334293" cy="508184"/>
            </a:xfrm>
            <a:custGeom>
              <a:avLst/>
              <a:gdLst/>
              <a:ahLst/>
              <a:cxnLst/>
              <a:rect l="l" t="t" r="r" b="b"/>
              <a:pathLst>
                <a:path w="7113" h="10813" extrusionOk="0">
                  <a:moveTo>
                    <a:pt x="0" y="1"/>
                  </a:moveTo>
                  <a:lnTo>
                    <a:pt x="0" y="3723"/>
                  </a:lnTo>
                  <a:lnTo>
                    <a:pt x="7112" y="10813"/>
                  </a:lnTo>
                  <a:lnTo>
                    <a:pt x="7112" y="10436"/>
                  </a:lnTo>
                  <a:lnTo>
                    <a:pt x="288" y="3612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3"/>
            <p:cNvSpPr/>
            <p:nvPr/>
          </p:nvSpPr>
          <p:spPr>
            <a:xfrm>
              <a:off x="8772496" y="3715501"/>
              <a:ext cx="143718" cy="143765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89"/>
                  </a:moveTo>
                  <a:cubicBezTo>
                    <a:pt x="2216" y="289"/>
                    <a:pt x="2792" y="843"/>
                    <a:pt x="2792" y="1530"/>
                  </a:cubicBezTo>
                  <a:cubicBezTo>
                    <a:pt x="2792" y="2217"/>
                    <a:pt x="2216" y="2793"/>
                    <a:pt x="1529" y="2793"/>
                  </a:cubicBezTo>
                  <a:cubicBezTo>
                    <a:pt x="842" y="2793"/>
                    <a:pt x="288" y="2217"/>
                    <a:pt x="288" y="1530"/>
                  </a:cubicBezTo>
                  <a:cubicBezTo>
                    <a:pt x="288" y="843"/>
                    <a:pt x="842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8"/>
                    <a:pt x="0" y="1530"/>
                  </a:cubicBezTo>
                  <a:cubicBezTo>
                    <a:pt x="0" y="2327"/>
                    <a:pt x="621" y="2992"/>
                    <a:pt x="1396" y="3059"/>
                  </a:cubicBezTo>
                  <a:lnTo>
                    <a:pt x="1396" y="2926"/>
                  </a:lnTo>
                  <a:lnTo>
                    <a:pt x="1684" y="2926"/>
                  </a:lnTo>
                  <a:lnTo>
                    <a:pt x="1684" y="3059"/>
                  </a:lnTo>
                  <a:cubicBezTo>
                    <a:pt x="2460" y="2992"/>
                    <a:pt x="3058" y="2327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13"/>
          <p:cNvGrpSpPr/>
          <p:nvPr/>
        </p:nvGrpSpPr>
        <p:grpSpPr>
          <a:xfrm>
            <a:off x="7397901" y="-237881"/>
            <a:ext cx="1239039" cy="568423"/>
            <a:chOff x="208301" y="226025"/>
            <a:chExt cx="1239039" cy="568423"/>
          </a:xfrm>
        </p:grpSpPr>
        <p:sp>
          <p:nvSpPr>
            <p:cNvPr id="817" name="Google Shape;817;p13"/>
            <p:cNvSpPr/>
            <p:nvPr/>
          </p:nvSpPr>
          <p:spPr>
            <a:xfrm>
              <a:off x="332791" y="266933"/>
              <a:ext cx="1007840" cy="482141"/>
            </a:xfrm>
            <a:custGeom>
              <a:avLst/>
              <a:gdLst/>
              <a:ahLst/>
              <a:cxnLst/>
              <a:rect l="l" t="t" r="r" b="b"/>
              <a:pathLst>
                <a:path w="25105" h="12010" extrusionOk="0">
                  <a:moveTo>
                    <a:pt x="18612" y="1"/>
                  </a:moveTo>
                  <a:lnTo>
                    <a:pt x="6869" y="11721"/>
                  </a:lnTo>
                  <a:lnTo>
                    <a:pt x="1" y="11721"/>
                  </a:lnTo>
                  <a:lnTo>
                    <a:pt x="1" y="12010"/>
                  </a:lnTo>
                  <a:lnTo>
                    <a:pt x="7002" y="12010"/>
                  </a:lnTo>
                  <a:lnTo>
                    <a:pt x="18723" y="267"/>
                  </a:lnTo>
                  <a:lnTo>
                    <a:pt x="25104" y="267"/>
                  </a:lnTo>
                  <a:lnTo>
                    <a:pt x="25104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3"/>
            <p:cNvSpPr/>
            <p:nvPr/>
          </p:nvSpPr>
          <p:spPr>
            <a:xfrm>
              <a:off x="208301" y="671644"/>
              <a:ext cx="122763" cy="122804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67"/>
                  </a:moveTo>
                  <a:cubicBezTo>
                    <a:pt x="2216" y="267"/>
                    <a:pt x="2770" y="843"/>
                    <a:pt x="2770" y="1530"/>
                  </a:cubicBezTo>
                  <a:cubicBezTo>
                    <a:pt x="2770" y="2217"/>
                    <a:pt x="2216" y="2770"/>
                    <a:pt x="1529" y="2770"/>
                  </a:cubicBezTo>
                  <a:cubicBezTo>
                    <a:pt x="842" y="2770"/>
                    <a:pt x="266" y="2217"/>
                    <a:pt x="266" y="1530"/>
                  </a:cubicBezTo>
                  <a:cubicBezTo>
                    <a:pt x="266" y="843"/>
                    <a:pt x="842" y="267"/>
                    <a:pt x="1529" y="267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8"/>
                    <a:pt x="0" y="1530"/>
                  </a:cubicBezTo>
                  <a:cubicBezTo>
                    <a:pt x="0" y="2372"/>
                    <a:pt x="687" y="3058"/>
                    <a:pt x="1529" y="3058"/>
                  </a:cubicBezTo>
                  <a:cubicBezTo>
                    <a:pt x="2371" y="3058"/>
                    <a:pt x="3058" y="2372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3"/>
            <p:cNvSpPr/>
            <p:nvPr/>
          </p:nvSpPr>
          <p:spPr>
            <a:xfrm>
              <a:off x="1324576" y="226025"/>
              <a:ext cx="122763" cy="122804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89"/>
                  </a:moveTo>
                  <a:cubicBezTo>
                    <a:pt x="2216" y="289"/>
                    <a:pt x="2770" y="843"/>
                    <a:pt x="2770" y="1529"/>
                  </a:cubicBezTo>
                  <a:cubicBezTo>
                    <a:pt x="2770" y="2216"/>
                    <a:pt x="2216" y="2770"/>
                    <a:pt x="1529" y="2770"/>
                  </a:cubicBezTo>
                  <a:cubicBezTo>
                    <a:pt x="842" y="2770"/>
                    <a:pt x="288" y="2216"/>
                    <a:pt x="288" y="1529"/>
                  </a:cubicBezTo>
                  <a:cubicBezTo>
                    <a:pt x="288" y="843"/>
                    <a:pt x="842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0" name="Google Shape;820;p13"/>
          <p:cNvGrpSpPr/>
          <p:nvPr/>
        </p:nvGrpSpPr>
        <p:grpSpPr>
          <a:xfrm rot="10800000">
            <a:off x="238332" y="-746828"/>
            <a:ext cx="1178127" cy="1094369"/>
            <a:chOff x="7825118" y="4065849"/>
            <a:chExt cx="1178127" cy="1094369"/>
          </a:xfrm>
        </p:grpSpPr>
        <p:sp>
          <p:nvSpPr>
            <p:cNvPr id="821" name="Google Shape;821;p13"/>
            <p:cNvSpPr/>
            <p:nvPr/>
          </p:nvSpPr>
          <p:spPr>
            <a:xfrm>
              <a:off x="7911327" y="4137684"/>
              <a:ext cx="1091918" cy="1022534"/>
            </a:xfrm>
            <a:custGeom>
              <a:avLst/>
              <a:gdLst/>
              <a:ahLst/>
              <a:cxnLst/>
              <a:rect l="l" t="t" r="r" b="b"/>
              <a:pathLst>
                <a:path w="30310" h="28384" extrusionOk="0">
                  <a:moveTo>
                    <a:pt x="0" y="1"/>
                  </a:moveTo>
                  <a:lnTo>
                    <a:pt x="0" y="776"/>
                  </a:lnTo>
                  <a:lnTo>
                    <a:pt x="11012" y="776"/>
                  </a:lnTo>
                  <a:lnTo>
                    <a:pt x="29512" y="19299"/>
                  </a:lnTo>
                  <a:lnTo>
                    <a:pt x="29512" y="28383"/>
                  </a:lnTo>
                  <a:lnTo>
                    <a:pt x="30310" y="28383"/>
                  </a:lnTo>
                  <a:lnTo>
                    <a:pt x="30310" y="18967"/>
                  </a:lnTo>
                  <a:lnTo>
                    <a:pt x="113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3"/>
            <p:cNvSpPr/>
            <p:nvPr/>
          </p:nvSpPr>
          <p:spPr>
            <a:xfrm>
              <a:off x="7825118" y="4065849"/>
              <a:ext cx="172416" cy="171659"/>
            </a:xfrm>
            <a:custGeom>
              <a:avLst/>
              <a:gdLst/>
              <a:ahLst/>
              <a:cxnLst/>
              <a:rect l="l" t="t" r="r" b="b"/>
              <a:pathLst>
                <a:path w="4786" h="4765" extrusionOk="0">
                  <a:moveTo>
                    <a:pt x="2393" y="1"/>
                  </a:moveTo>
                  <a:cubicBezTo>
                    <a:pt x="1086" y="1"/>
                    <a:pt x="0" y="1064"/>
                    <a:pt x="0" y="2372"/>
                  </a:cubicBezTo>
                  <a:cubicBezTo>
                    <a:pt x="0" y="3701"/>
                    <a:pt x="1086" y="4764"/>
                    <a:pt x="2393" y="4764"/>
                  </a:cubicBezTo>
                  <a:cubicBezTo>
                    <a:pt x="3722" y="4764"/>
                    <a:pt x="4786" y="3701"/>
                    <a:pt x="4786" y="2372"/>
                  </a:cubicBezTo>
                  <a:cubicBezTo>
                    <a:pt x="4786" y="1064"/>
                    <a:pt x="3722" y="1"/>
                    <a:pt x="23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3" name="Google Shape;823;p13"/>
          <p:cNvGrpSpPr/>
          <p:nvPr/>
        </p:nvGrpSpPr>
        <p:grpSpPr>
          <a:xfrm rot="10800000">
            <a:off x="3874872" y="-316329"/>
            <a:ext cx="507036" cy="690583"/>
            <a:chOff x="2409497" y="4753383"/>
            <a:chExt cx="507036" cy="690583"/>
          </a:xfrm>
        </p:grpSpPr>
        <p:grpSp>
          <p:nvGrpSpPr>
            <p:cNvPr id="824" name="Google Shape;824;p13"/>
            <p:cNvGrpSpPr/>
            <p:nvPr/>
          </p:nvGrpSpPr>
          <p:grpSpPr>
            <a:xfrm>
              <a:off x="2733735" y="4845493"/>
              <a:ext cx="182798" cy="598473"/>
              <a:chOff x="3638102" y="4583399"/>
              <a:chExt cx="182798" cy="598473"/>
            </a:xfrm>
          </p:grpSpPr>
          <p:sp>
            <p:nvSpPr>
              <p:cNvPr id="825" name="Google Shape;825;p13"/>
              <p:cNvSpPr/>
              <p:nvPr/>
            </p:nvSpPr>
            <p:spPr>
              <a:xfrm>
                <a:off x="3710947" y="4755502"/>
                <a:ext cx="21214" cy="42637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7135" extrusionOk="0">
                    <a:moveTo>
                      <a:pt x="0" y="1"/>
                    </a:moveTo>
                    <a:lnTo>
                      <a:pt x="0" y="7135"/>
                    </a:lnTo>
                    <a:lnTo>
                      <a:pt x="355" y="7135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13"/>
              <p:cNvSpPr/>
              <p:nvPr/>
            </p:nvSpPr>
            <p:spPr>
              <a:xfrm>
                <a:off x="3638102" y="4583399"/>
                <a:ext cx="182798" cy="181424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1862" y="266"/>
                      <a:pt x="2172" y="399"/>
                      <a:pt x="2394" y="643"/>
                    </a:cubicBezTo>
                    <a:cubicBezTo>
                      <a:pt x="2638" y="864"/>
                      <a:pt x="2770" y="1175"/>
                      <a:pt x="2770" y="1507"/>
                    </a:cubicBezTo>
                    <a:cubicBezTo>
                      <a:pt x="2770" y="1839"/>
                      <a:pt x="2638" y="2172"/>
                      <a:pt x="2394" y="2393"/>
                    </a:cubicBezTo>
                    <a:cubicBezTo>
                      <a:pt x="2172" y="2637"/>
                      <a:pt x="1862" y="2770"/>
                      <a:pt x="1530" y="2770"/>
                    </a:cubicBezTo>
                    <a:cubicBezTo>
                      <a:pt x="1197" y="2770"/>
                      <a:pt x="865" y="2637"/>
                      <a:pt x="643" y="2393"/>
                    </a:cubicBezTo>
                    <a:cubicBezTo>
                      <a:pt x="400" y="2172"/>
                      <a:pt x="267" y="1839"/>
                      <a:pt x="267" y="1507"/>
                    </a:cubicBezTo>
                    <a:cubicBezTo>
                      <a:pt x="267" y="1175"/>
                      <a:pt x="400" y="864"/>
                      <a:pt x="643" y="643"/>
                    </a:cubicBezTo>
                    <a:cubicBezTo>
                      <a:pt x="865" y="399"/>
                      <a:pt x="1197" y="266"/>
                      <a:pt x="1530" y="266"/>
                    </a:cubicBezTo>
                    <a:close/>
                    <a:moveTo>
                      <a:pt x="1530" y="0"/>
                    </a:moveTo>
                    <a:cubicBezTo>
                      <a:pt x="1109" y="0"/>
                      <a:pt x="732" y="155"/>
                      <a:pt x="444" y="443"/>
                    </a:cubicBezTo>
                    <a:cubicBezTo>
                      <a:pt x="156" y="731"/>
                      <a:pt x="1" y="1108"/>
                      <a:pt x="1" y="1507"/>
                    </a:cubicBezTo>
                    <a:cubicBezTo>
                      <a:pt x="1" y="1928"/>
                      <a:pt x="156" y="2305"/>
                      <a:pt x="444" y="2593"/>
                    </a:cubicBezTo>
                    <a:cubicBezTo>
                      <a:pt x="732" y="2881"/>
                      <a:pt x="1109" y="3036"/>
                      <a:pt x="1530" y="3036"/>
                    </a:cubicBezTo>
                    <a:cubicBezTo>
                      <a:pt x="1928" y="3036"/>
                      <a:pt x="2305" y="2881"/>
                      <a:pt x="2593" y="2593"/>
                    </a:cubicBezTo>
                    <a:cubicBezTo>
                      <a:pt x="2881" y="2305"/>
                      <a:pt x="3058" y="1928"/>
                      <a:pt x="3058" y="1507"/>
                    </a:cubicBezTo>
                    <a:cubicBezTo>
                      <a:pt x="3058" y="1108"/>
                      <a:pt x="2881" y="731"/>
                      <a:pt x="2593" y="443"/>
                    </a:cubicBezTo>
                    <a:cubicBezTo>
                      <a:pt x="2305" y="155"/>
                      <a:pt x="1928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7" name="Google Shape;827;p13"/>
            <p:cNvGrpSpPr/>
            <p:nvPr/>
          </p:nvGrpSpPr>
          <p:grpSpPr>
            <a:xfrm>
              <a:off x="2409497" y="4753383"/>
              <a:ext cx="182798" cy="598473"/>
              <a:chOff x="3638102" y="4583399"/>
              <a:chExt cx="182798" cy="598473"/>
            </a:xfrm>
          </p:grpSpPr>
          <p:sp>
            <p:nvSpPr>
              <p:cNvPr id="828" name="Google Shape;828;p13"/>
              <p:cNvSpPr/>
              <p:nvPr/>
            </p:nvSpPr>
            <p:spPr>
              <a:xfrm>
                <a:off x="3710947" y="4755502"/>
                <a:ext cx="21214" cy="42637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7135" extrusionOk="0">
                    <a:moveTo>
                      <a:pt x="0" y="1"/>
                    </a:moveTo>
                    <a:lnTo>
                      <a:pt x="0" y="7135"/>
                    </a:lnTo>
                    <a:lnTo>
                      <a:pt x="355" y="7135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13"/>
              <p:cNvSpPr/>
              <p:nvPr/>
            </p:nvSpPr>
            <p:spPr>
              <a:xfrm>
                <a:off x="3638102" y="4583399"/>
                <a:ext cx="182798" cy="181424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1862" y="266"/>
                      <a:pt x="2172" y="399"/>
                      <a:pt x="2394" y="643"/>
                    </a:cubicBezTo>
                    <a:cubicBezTo>
                      <a:pt x="2638" y="864"/>
                      <a:pt x="2770" y="1175"/>
                      <a:pt x="2770" y="1507"/>
                    </a:cubicBezTo>
                    <a:cubicBezTo>
                      <a:pt x="2770" y="1839"/>
                      <a:pt x="2638" y="2172"/>
                      <a:pt x="2394" y="2393"/>
                    </a:cubicBezTo>
                    <a:cubicBezTo>
                      <a:pt x="2172" y="2637"/>
                      <a:pt x="1862" y="2770"/>
                      <a:pt x="1530" y="2770"/>
                    </a:cubicBezTo>
                    <a:cubicBezTo>
                      <a:pt x="1197" y="2770"/>
                      <a:pt x="865" y="2637"/>
                      <a:pt x="643" y="2393"/>
                    </a:cubicBezTo>
                    <a:cubicBezTo>
                      <a:pt x="400" y="2172"/>
                      <a:pt x="267" y="1839"/>
                      <a:pt x="267" y="1507"/>
                    </a:cubicBezTo>
                    <a:cubicBezTo>
                      <a:pt x="267" y="1175"/>
                      <a:pt x="400" y="864"/>
                      <a:pt x="643" y="643"/>
                    </a:cubicBezTo>
                    <a:cubicBezTo>
                      <a:pt x="865" y="399"/>
                      <a:pt x="1197" y="266"/>
                      <a:pt x="1530" y="266"/>
                    </a:cubicBezTo>
                    <a:close/>
                    <a:moveTo>
                      <a:pt x="1530" y="0"/>
                    </a:moveTo>
                    <a:cubicBezTo>
                      <a:pt x="1109" y="0"/>
                      <a:pt x="732" y="155"/>
                      <a:pt x="444" y="443"/>
                    </a:cubicBezTo>
                    <a:cubicBezTo>
                      <a:pt x="156" y="731"/>
                      <a:pt x="1" y="1108"/>
                      <a:pt x="1" y="1507"/>
                    </a:cubicBezTo>
                    <a:cubicBezTo>
                      <a:pt x="1" y="1928"/>
                      <a:pt x="156" y="2305"/>
                      <a:pt x="444" y="2593"/>
                    </a:cubicBezTo>
                    <a:cubicBezTo>
                      <a:pt x="732" y="2881"/>
                      <a:pt x="1109" y="3036"/>
                      <a:pt x="1530" y="3036"/>
                    </a:cubicBezTo>
                    <a:cubicBezTo>
                      <a:pt x="1928" y="3036"/>
                      <a:pt x="2305" y="2881"/>
                      <a:pt x="2593" y="2593"/>
                    </a:cubicBezTo>
                    <a:cubicBezTo>
                      <a:pt x="2881" y="2305"/>
                      <a:pt x="3058" y="1928"/>
                      <a:pt x="3058" y="1507"/>
                    </a:cubicBezTo>
                    <a:cubicBezTo>
                      <a:pt x="3058" y="1108"/>
                      <a:pt x="2881" y="731"/>
                      <a:pt x="2593" y="443"/>
                    </a:cubicBezTo>
                    <a:cubicBezTo>
                      <a:pt x="2305" y="155"/>
                      <a:pt x="1928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30" name="Google Shape;830;p13"/>
          <p:cNvGrpSpPr/>
          <p:nvPr/>
        </p:nvGrpSpPr>
        <p:grpSpPr>
          <a:xfrm>
            <a:off x="-294886" y="1687485"/>
            <a:ext cx="831921" cy="487879"/>
            <a:chOff x="-294886" y="1687485"/>
            <a:chExt cx="831921" cy="487879"/>
          </a:xfrm>
        </p:grpSpPr>
        <p:grpSp>
          <p:nvGrpSpPr>
            <p:cNvPr id="831" name="Google Shape;831;p13"/>
            <p:cNvGrpSpPr/>
            <p:nvPr/>
          </p:nvGrpSpPr>
          <p:grpSpPr>
            <a:xfrm rot="5400000">
              <a:off x="-85365" y="1781564"/>
              <a:ext cx="184279" cy="603321"/>
              <a:chOff x="3638102" y="4583399"/>
              <a:chExt cx="182798" cy="598473"/>
            </a:xfrm>
          </p:grpSpPr>
          <p:sp>
            <p:nvSpPr>
              <p:cNvPr id="832" name="Google Shape;832;p13"/>
              <p:cNvSpPr/>
              <p:nvPr/>
            </p:nvSpPr>
            <p:spPr>
              <a:xfrm>
                <a:off x="3710947" y="4755502"/>
                <a:ext cx="21214" cy="42637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7135" extrusionOk="0">
                    <a:moveTo>
                      <a:pt x="0" y="1"/>
                    </a:moveTo>
                    <a:lnTo>
                      <a:pt x="0" y="7135"/>
                    </a:lnTo>
                    <a:lnTo>
                      <a:pt x="355" y="7135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13"/>
              <p:cNvSpPr/>
              <p:nvPr/>
            </p:nvSpPr>
            <p:spPr>
              <a:xfrm>
                <a:off x="3638102" y="4583399"/>
                <a:ext cx="182798" cy="181424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1862" y="266"/>
                      <a:pt x="2172" y="399"/>
                      <a:pt x="2394" y="643"/>
                    </a:cubicBezTo>
                    <a:cubicBezTo>
                      <a:pt x="2638" y="864"/>
                      <a:pt x="2770" y="1175"/>
                      <a:pt x="2770" y="1507"/>
                    </a:cubicBezTo>
                    <a:cubicBezTo>
                      <a:pt x="2770" y="1839"/>
                      <a:pt x="2638" y="2172"/>
                      <a:pt x="2394" y="2393"/>
                    </a:cubicBezTo>
                    <a:cubicBezTo>
                      <a:pt x="2172" y="2637"/>
                      <a:pt x="1862" y="2770"/>
                      <a:pt x="1530" y="2770"/>
                    </a:cubicBezTo>
                    <a:cubicBezTo>
                      <a:pt x="1197" y="2770"/>
                      <a:pt x="865" y="2637"/>
                      <a:pt x="643" y="2393"/>
                    </a:cubicBezTo>
                    <a:cubicBezTo>
                      <a:pt x="400" y="2172"/>
                      <a:pt x="267" y="1839"/>
                      <a:pt x="267" y="1507"/>
                    </a:cubicBezTo>
                    <a:cubicBezTo>
                      <a:pt x="267" y="1175"/>
                      <a:pt x="400" y="864"/>
                      <a:pt x="643" y="643"/>
                    </a:cubicBezTo>
                    <a:cubicBezTo>
                      <a:pt x="865" y="399"/>
                      <a:pt x="1197" y="266"/>
                      <a:pt x="1530" y="266"/>
                    </a:cubicBezTo>
                    <a:close/>
                    <a:moveTo>
                      <a:pt x="1530" y="0"/>
                    </a:moveTo>
                    <a:cubicBezTo>
                      <a:pt x="1109" y="0"/>
                      <a:pt x="732" y="155"/>
                      <a:pt x="444" y="443"/>
                    </a:cubicBezTo>
                    <a:cubicBezTo>
                      <a:pt x="156" y="731"/>
                      <a:pt x="1" y="1108"/>
                      <a:pt x="1" y="1507"/>
                    </a:cubicBezTo>
                    <a:cubicBezTo>
                      <a:pt x="1" y="1928"/>
                      <a:pt x="156" y="2305"/>
                      <a:pt x="444" y="2593"/>
                    </a:cubicBezTo>
                    <a:cubicBezTo>
                      <a:pt x="732" y="2881"/>
                      <a:pt x="1109" y="3036"/>
                      <a:pt x="1530" y="3036"/>
                    </a:cubicBezTo>
                    <a:cubicBezTo>
                      <a:pt x="1928" y="3036"/>
                      <a:pt x="2305" y="2881"/>
                      <a:pt x="2593" y="2593"/>
                    </a:cubicBezTo>
                    <a:cubicBezTo>
                      <a:pt x="2881" y="2305"/>
                      <a:pt x="3058" y="1928"/>
                      <a:pt x="3058" y="1507"/>
                    </a:cubicBezTo>
                    <a:cubicBezTo>
                      <a:pt x="3058" y="1108"/>
                      <a:pt x="2881" y="731"/>
                      <a:pt x="2593" y="443"/>
                    </a:cubicBezTo>
                    <a:cubicBezTo>
                      <a:pt x="2305" y="155"/>
                      <a:pt x="1928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4" name="Google Shape;834;p13"/>
            <p:cNvGrpSpPr/>
            <p:nvPr/>
          </p:nvGrpSpPr>
          <p:grpSpPr>
            <a:xfrm rot="5400000">
              <a:off x="143235" y="1477964"/>
              <a:ext cx="184279" cy="603321"/>
              <a:chOff x="3638102" y="4583399"/>
              <a:chExt cx="182798" cy="598473"/>
            </a:xfrm>
          </p:grpSpPr>
          <p:sp>
            <p:nvSpPr>
              <p:cNvPr id="835" name="Google Shape;835;p13"/>
              <p:cNvSpPr/>
              <p:nvPr/>
            </p:nvSpPr>
            <p:spPr>
              <a:xfrm>
                <a:off x="3710947" y="4755502"/>
                <a:ext cx="21214" cy="42637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7135" extrusionOk="0">
                    <a:moveTo>
                      <a:pt x="0" y="1"/>
                    </a:moveTo>
                    <a:lnTo>
                      <a:pt x="0" y="7135"/>
                    </a:lnTo>
                    <a:lnTo>
                      <a:pt x="355" y="7135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13"/>
              <p:cNvSpPr/>
              <p:nvPr/>
            </p:nvSpPr>
            <p:spPr>
              <a:xfrm>
                <a:off x="3638102" y="4583399"/>
                <a:ext cx="182798" cy="181424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1862" y="266"/>
                      <a:pt x="2172" y="399"/>
                      <a:pt x="2394" y="643"/>
                    </a:cubicBezTo>
                    <a:cubicBezTo>
                      <a:pt x="2638" y="864"/>
                      <a:pt x="2770" y="1175"/>
                      <a:pt x="2770" y="1507"/>
                    </a:cubicBezTo>
                    <a:cubicBezTo>
                      <a:pt x="2770" y="1839"/>
                      <a:pt x="2638" y="2172"/>
                      <a:pt x="2394" y="2393"/>
                    </a:cubicBezTo>
                    <a:cubicBezTo>
                      <a:pt x="2172" y="2637"/>
                      <a:pt x="1862" y="2770"/>
                      <a:pt x="1530" y="2770"/>
                    </a:cubicBezTo>
                    <a:cubicBezTo>
                      <a:pt x="1197" y="2770"/>
                      <a:pt x="865" y="2637"/>
                      <a:pt x="643" y="2393"/>
                    </a:cubicBezTo>
                    <a:cubicBezTo>
                      <a:pt x="400" y="2172"/>
                      <a:pt x="267" y="1839"/>
                      <a:pt x="267" y="1507"/>
                    </a:cubicBezTo>
                    <a:cubicBezTo>
                      <a:pt x="267" y="1175"/>
                      <a:pt x="400" y="864"/>
                      <a:pt x="643" y="643"/>
                    </a:cubicBezTo>
                    <a:cubicBezTo>
                      <a:pt x="865" y="399"/>
                      <a:pt x="1197" y="266"/>
                      <a:pt x="1530" y="266"/>
                    </a:cubicBezTo>
                    <a:close/>
                    <a:moveTo>
                      <a:pt x="1530" y="0"/>
                    </a:moveTo>
                    <a:cubicBezTo>
                      <a:pt x="1109" y="0"/>
                      <a:pt x="732" y="155"/>
                      <a:pt x="444" y="443"/>
                    </a:cubicBezTo>
                    <a:cubicBezTo>
                      <a:pt x="156" y="731"/>
                      <a:pt x="1" y="1108"/>
                      <a:pt x="1" y="1507"/>
                    </a:cubicBezTo>
                    <a:cubicBezTo>
                      <a:pt x="1" y="1928"/>
                      <a:pt x="156" y="2305"/>
                      <a:pt x="444" y="2593"/>
                    </a:cubicBezTo>
                    <a:cubicBezTo>
                      <a:pt x="732" y="2881"/>
                      <a:pt x="1109" y="3036"/>
                      <a:pt x="1530" y="3036"/>
                    </a:cubicBezTo>
                    <a:cubicBezTo>
                      <a:pt x="1928" y="3036"/>
                      <a:pt x="2305" y="2881"/>
                      <a:pt x="2593" y="2593"/>
                    </a:cubicBezTo>
                    <a:cubicBezTo>
                      <a:pt x="2881" y="2305"/>
                      <a:pt x="3058" y="1928"/>
                      <a:pt x="3058" y="1507"/>
                    </a:cubicBezTo>
                    <a:cubicBezTo>
                      <a:pt x="3058" y="1108"/>
                      <a:pt x="2881" y="731"/>
                      <a:pt x="2593" y="443"/>
                    </a:cubicBezTo>
                    <a:cubicBezTo>
                      <a:pt x="2305" y="155"/>
                      <a:pt x="1928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11"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21"/>
          <p:cNvSpPr txBox="1">
            <a:spLocks noGrp="1"/>
          </p:cNvSpPr>
          <p:nvPr>
            <p:ph type="title"/>
          </p:nvPr>
        </p:nvSpPr>
        <p:spPr>
          <a:xfrm>
            <a:off x="4823200" y="1623450"/>
            <a:ext cx="3600900" cy="1028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2" name="Google Shape;1382;p21"/>
          <p:cNvSpPr txBox="1">
            <a:spLocks noGrp="1"/>
          </p:cNvSpPr>
          <p:nvPr>
            <p:ph type="subTitle" idx="1"/>
          </p:nvPr>
        </p:nvSpPr>
        <p:spPr>
          <a:xfrm>
            <a:off x="4823200" y="2728350"/>
            <a:ext cx="3600900" cy="7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83" name="Google Shape;1383;p21"/>
          <p:cNvGrpSpPr/>
          <p:nvPr/>
        </p:nvGrpSpPr>
        <p:grpSpPr>
          <a:xfrm rot="5400000">
            <a:off x="-437017" y="2013232"/>
            <a:ext cx="819137" cy="1183093"/>
            <a:chOff x="4312241" y="155173"/>
            <a:chExt cx="711736" cy="1027883"/>
          </a:xfrm>
        </p:grpSpPr>
        <p:sp>
          <p:nvSpPr>
            <p:cNvPr id="1384" name="Google Shape;1384;p21"/>
            <p:cNvSpPr/>
            <p:nvPr/>
          </p:nvSpPr>
          <p:spPr>
            <a:xfrm>
              <a:off x="4714225" y="243176"/>
              <a:ext cx="251803" cy="689522"/>
            </a:xfrm>
            <a:custGeom>
              <a:avLst/>
              <a:gdLst/>
              <a:ahLst/>
              <a:cxnLst/>
              <a:rect l="l" t="t" r="r" b="b"/>
              <a:pathLst>
                <a:path w="7800" h="21359" extrusionOk="0">
                  <a:moveTo>
                    <a:pt x="7600" y="0"/>
                  </a:moveTo>
                  <a:lnTo>
                    <a:pt x="1" y="7600"/>
                  </a:lnTo>
                  <a:lnTo>
                    <a:pt x="1" y="21359"/>
                  </a:lnTo>
                  <a:lnTo>
                    <a:pt x="267" y="21359"/>
                  </a:lnTo>
                  <a:lnTo>
                    <a:pt x="267" y="7733"/>
                  </a:lnTo>
                  <a:lnTo>
                    <a:pt x="7800" y="200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1"/>
            <p:cNvSpPr/>
            <p:nvPr/>
          </p:nvSpPr>
          <p:spPr>
            <a:xfrm>
              <a:off x="4948113" y="190942"/>
              <a:ext cx="75864" cy="75154"/>
            </a:xfrm>
            <a:custGeom>
              <a:avLst/>
              <a:gdLst/>
              <a:ahLst/>
              <a:cxnLst/>
              <a:rect l="l" t="t" r="r" b="b"/>
              <a:pathLst>
                <a:path w="2350" h="2328" extrusionOk="0">
                  <a:moveTo>
                    <a:pt x="1175" y="267"/>
                  </a:moveTo>
                  <a:cubicBezTo>
                    <a:pt x="1663" y="267"/>
                    <a:pt x="2061" y="665"/>
                    <a:pt x="2061" y="1175"/>
                  </a:cubicBezTo>
                  <a:cubicBezTo>
                    <a:pt x="2061" y="1662"/>
                    <a:pt x="1663" y="2061"/>
                    <a:pt x="1175" y="2061"/>
                  </a:cubicBezTo>
                  <a:cubicBezTo>
                    <a:pt x="666" y="2061"/>
                    <a:pt x="267" y="1662"/>
                    <a:pt x="267" y="1175"/>
                  </a:cubicBezTo>
                  <a:cubicBezTo>
                    <a:pt x="267" y="665"/>
                    <a:pt x="666" y="267"/>
                    <a:pt x="1175" y="267"/>
                  </a:cubicBezTo>
                  <a:close/>
                  <a:moveTo>
                    <a:pt x="1175" y="1"/>
                  </a:moveTo>
                  <a:cubicBezTo>
                    <a:pt x="533" y="1"/>
                    <a:pt x="1" y="510"/>
                    <a:pt x="1" y="1175"/>
                  </a:cubicBezTo>
                  <a:cubicBezTo>
                    <a:pt x="1" y="1818"/>
                    <a:pt x="533" y="2327"/>
                    <a:pt x="1175" y="2327"/>
                  </a:cubicBezTo>
                  <a:cubicBezTo>
                    <a:pt x="1818" y="2327"/>
                    <a:pt x="2349" y="1818"/>
                    <a:pt x="2349" y="1175"/>
                  </a:cubicBezTo>
                  <a:cubicBezTo>
                    <a:pt x="2349" y="510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1"/>
            <p:cNvSpPr/>
            <p:nvPr/>
          </p:nvSpPr>
          <p:spPr>
            <a:xfrm>
              <a:off x="4680619" y="926957"/>
              <a:ext cx="75832" cy="75864"/>
            </a:xfrm>
            <a:custGeom>
              <a:avLst/>
              <a:gdLst/>
              <a:ahLst/>
              <a:cxnLst/>
              <a:rect l="l" t="t" r="r" b="b"/>
              <a:pathLst>
                <a:path w="2349" h="2350" extrusionOk="0">
                  <a:moveTo>
                    <a:pt x="1175" y="289"/>
                  </a:moveTo>
                  <a:cubicBezTo>
                    <a:pt x="1662" y="289"/>
                    <a:pt x="2061" y="687"/>
                    <a:pt x="2061" y="1175"/>
                  </a:cubicBezTo>
                  <a:cubicBezTo>
                    <a:pt x="2061" y="1662"/>
                    <a:pt x="1662" y="2061"/>
                    <a:pt x="1175" y="2061"/>
                  </a:cubicBezTo>
                  <a:cubicBezTo>
                    <a:pt x="687" y="2061"/>
                    <a:pt x="288" y="1662"/>
                    <a:pt x="288" y="1175"/>
                  </a:cubicBezTo>
                  <a:cubicBezTo>
                    <a:pt x="288" y="687"/>
                    <a:pt x="687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2" y="1"/>
                    <a:pt x="0" y="532"/>
                    <a:pt x="0" y="1175"/>
                  </a:cubicBezTo>
                  <a:cubicBezTo>
                    <a:pt x="0" y="1817"/>
                    <a:pt x="532" y="2349"/>
                    <a:pt x="1175" y="2349"/>
                  </a:cubicBezTo>
                  <a:cubicBezTo>
                    <a:pt x="1817" y="2349"/>
                    <a:pt x="2349" y="1817"/>
                    <a:pt x="2349" y="1175"/>
                  </a:cubicBezTo>
                  <a:cubicBezTo>
                    <a:pt x="2349" y="532"/>
                    <a:pt x="1817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1"/>
            <p:cNvSpPr/>
            <p:nvPr/>
          </p:nvSpPr>
          <p:spPr>
            <a:xfrm>
              <a:off x="4521110" y="221708"/>
              <a:ext cx="252514" cy="803996"/>
            </a:xfrm>
            <a:custGeom>
              <a:avLst/>
              <a:gdLst/>
              <a:ahLst/>
              <a:cxnLst/>
              <a:rect l="l" t="t" r="r" b="b"/>
              <a:pathLst>
                <a:path w="7822" h="24905" extrusionOk="0">
                  <a:moveTo>
                    <a:pt x="7622" y="0"/>
                  </a:moveTo>
                  <a:lnTo>
                    <a:pt x="1" y="7600"/>
                  </a:lnTo>
                  <a:lnTo>
                    <a:pt x="1" y="24904"/>
                  </a:lnTo>
                  <a:lnTo>
                    <a:pt x="289" y="24904"/>
                  </a:lnTo>
                  <a:lnTo>
                    <a:pt x="289" y="7733"/>
                  </a:lnTo>
                  <a:lnTo>
                    <a:pt x="7822" y="200"/>
                  </a:lnTo>
                  <a:lnTo>
                    <a:pt x="762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1"/>
            <p:cNvSpPr/>
            <p:nvPr/>
          </p:nvSpPr>
          <p:spPr>
            <a:xfrm>
              <a:off x="4754998" y="169507"/>
              <a:ext cx="75864" cy="75121"/>
            </a:xfrm>
            <a:custGeom>
              <a:avLst/>
              <a:gdLst/>
              <a:ahLst/>
              <a:cxnLst/>
              <a:rect l="l" t="t" r="r" b="b"/>
              <a:pathLst>
                <a:path w="2350" h="2327" extrusionOk="0">
                  <a:moveTo>
                    <a:pt x="1175" y="266"/>
                  </a:moveTo>
                  <a:cubicBezTo>
                    <a:pt x="1662" y="266"/>
                    <a:pt x="2083" y="665"/>
                    <a:pt x="2083" y="1174"/>
                  </a:cubicBezTo>
                  <a:cubicBezTo>
                    <a:pt x="2083" y="1662"/>
                    <a:pt x="1662" y="2061"/>
                    <a:pt x="1175" y="2061"/>
                  </a:cubicBezTo>
                  <a:cubicBezTo>
                    <a:pt x="687" y="2061"/>
                    <a:pt x="289" y="1662"/>
                    <a:pt x="289" y="1174"/>
                  </a:cubicBezTo>
                  <a:cubicBezTo>
                    <a:pt x="289" y="665"/>
                    <a:pt x="687" y="266"/>
                    <a:pt x="1175" y="266"/>
                  </a:cubicBezTo>
                  <a:close/>
                  <a:moveTo>
                    <a:pt x="1175" y="0"/>
                  </a:moveTo>
                  <a:cubicBezTo>
                    <a:pt x="532" y="0"/>
                    <a:pt x="1" y="510"/>
                    <a:pt x="1" y="1174"/>
                  </a:cubicBezTo>
                  <a:cubicBezTo>
                    <a:pt x="1" y="1817"/>
                    <a:pt x="532" y="2326"/>
                    <a:pt x="1175" y="2326"/>
                  </a:cubicBezTo>
                  <a:cubicBezTo>
                    <a:pt x="1817" y="2326"/>
                    <a:pt x="2349" y="1817"/>
                    <a:pt x="2349" y="1174"/>
                  </a:cubicBezTo>
                  <a:cubicBezTo>
                    <a:pt x="2349" y="510"/>
                    <a:pt x="1817" y="0"/>
                    <a:pt x="117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1"/>
            <p:cNvSpPr/>
            <p:nvPr/>
          </p:nvSpPr>
          <p:spPr>
            <a:xfrm>
              <a:off x="4488214" y="1019932"/>
              <a:ext cx="75121" cy="75864"/>
            </a:xfrm>
            <a:custGeom>
              <a:avLst/>
              <a:gdLst/>
              <a:ahLst/>
              <a:cxnLst/>
              <a:rect l="l" t="t" r="r" b="b"/>
              <a:pathLst>
                <a:path w="2327" h="2350" extrusionOk="0">
                  <a:moveTo>
                    <a:pt x="1152" y="289"/>
                  </a:moveTo>
                  <a:cubicBezTo>
                    <a:pt x="1662" y="289"/>
                    <a:pt x="2061" y="688"/>
                    <a:pt x="2061" y="1175"/>
                  </a:cubicBezTo>
                  <a:cubicBezTo>
                    <a:pt x="2061" y="1663"/>
                    <a:pt x="1662" y="2061"/>
                    <a:pt x="1152" y="2061"/>
                  </a:cubicBezTo>
                  <a:cubicBezTo>
                    <a:pt x="665" y="2061"/>
                    <a:pt x="266" y="1663"/>
                    <a:pt x="266" y="1175"/>
                  </a:cubicBezTo>
                  <a:cubicBezTo>
                    <a:pt x="266" y="688"/>
                    <a:pt x="665" y="289"/>
                    <a:pt x="1152" y="289"/>
                  </a:cubicBezTo>
                  <a:close/>
                  <a:moveTo>
                    <a:pt x="1152" y="1"/>
                  </a:moveTo>
                  <a:cubicBezTo>
                    <a:pt x="510" y="1"/>
                    <a:pt x="0" y="533"/>
                    <a:pt x="0" y="1175"/>
                  </a:cubicBezTo>
                  <a:cubicBezTo>
                    <a:pt x="0" y="1818"/>
                    <a:pt x="510" y="2349"/>
                    <a:pt x="1152" y="2349"/>
                  </a:cubicBezTo>
                  <a:cubicBezTo>
                    <a:pt x="1817" y="2349"/>
                    <a:pt x="2327" y="1818"/>
                    <a:pt x="2327" y="1175"/>
                  </a:cubicBezTo>
                  <a:cubicBezTo>
                    <a:pt x="2327" y="533"/>
                    <a:pt x="1817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1"/>
            <p:cNvSpPr/>
            <p:nvPr/>
          </p:nvSpPr>
          <p:spPr>
            <a:xfrm>
              <a:off x="4343006" y="208117"/>
              <a:ext cx="251804" cy="906977"/>
            </a:xfrm>
            <a:custGeom>
              <a:avLst/>
              <a:gdLst/>
              <a:ahLst/>
              <a:cxnLst/>
              <a:rect l="l" t="t" r="r" b="b"/>
              <a:pathLst>
                <a:path w="7800" h="28095" extrusionOk="0">
                  <a:moveTo>
                    <a:pt x="7600" y="0"/>
                  </a:moveTo>
                  <a:lnTo>
                    <a:pt x="1" y="7600"/>
                  </a:lnTo>
                  <a:lnTo>
                    <a:pt x="1" y="28095"/>
                  </a:lnTo>
                  <a:lnTo>
                    <a:pt x="289" y="28095"/>
                  </a:lnTo>
                  <a:lnTo>
                    <a:pt x="289" y="7711"/>
                  </a:lnTo>
                  <a:lnTo>
                    <a:pt x="7800" y="200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1"/>
            <p:cNvSpPr/>
            <p:nvPr/>
          </p:nvSpPr>
          <p:spPr>
            <a:xfrm>
              <a:off x="4576894" y="155173"/>
              <a:ext cx="75864" cy="75864"/>
            </a:xfrm>
            <a:custGeom>
              <a:avLst/>
              <a:gdLst/>
              <a:ahLst/>
              <a:cxnLst/>
              <a:rect l="l" t="t" r="r" b="b"/>
              <a:pathLst>
                <a:path w="2350" h="2350" extrusionOk="0">
                  <a:moveTo>
                    <a:pt x="1175" y="289"/>
                  </a:moveTo>
                  <a:cubicBezTo>
                    <a:pt x="1662" y="289"/>
                    <a:pt x="2061" y="688"/>
                    <a:pt x="2061" y="1175"/>
                  </a:cubicBezTo>
                  <a:cubicBezTo>
                    <a:pt x="2061" y="1663"/>
                    <a:pt x="1662" y="2084"/>
                    <a:pt x="1175" y="2084"/>
                  </a:cubicBezTo>
                  <a:cubicBezTo>
                    <a:pt x="688" y="2084"/>
                    <a:pt x="267" y="1663"/>
                    <a:pt x="267" y="1175"/>
                  </a:cubicBezTo>
                  <a:cubicBezTo>
                    <a:pt x="267" y="688"/>
                    <a:pt x="688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2" y="1"/>
                    <a:pt x="1" y="533"/>
                    <a:pt x="1" y="1175"/>
                  </a:cubicBezTo>
                  <a:cubicBezTo>
                    <a:pt x="1" y="1818"/>
                    <a:pt x="532" y="2349"/>
                    <a:pt x="1175" y="2349"/>
                  </a:cubicBezTo>
                  <a:cubicBezTo>
                    <a:pt x="1818" y="2349"/>
                    <a:pt x="2349" y="1818"/>
                    <a:pt x="2349" y="1175"/>
                  </a:cubicBezTo>
                  <a:cubicBezTo>
                    <a:pt x="2349" y="533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1"/>
            <p:cNvSpPr/>
            <p:nvPr/>
          </p:nvSpPr>
          <p:spPr>
            <a:xfrm>
              <a:off x="4312241" y="1107192"/>
              <a:ext cx="75864" cy="75864"/>
            </a:xfrm>
            <a:custGeom>
              <a:avLst/>
              <a:gdLst/>
              <a:ahLst/>
              <a:cxnLst/>
              <a:rect l="l" t="t" r="r" b="b"/>
              <a:pathLst>
                <a:path w="2350" h="2350" extrusionOk="0">
                  <a:moveTo>
                    <a:pt x="1175" y="289"/>
                  </a:moveTo>
                  <a:cubicBezTo>
                    <a:pt x="1685" y="289"/>
                    <a:pt x="2084" y="688"/>
                    <a:pt x="2084" y="1175"/>
                  </a:cubicBezTo>
                  <a:cubicBezTo>
                    <a:pt x="2084" y="1685"/>
                    <a:pt x="1685" y="2084"/>
                    <a:pt x="1175" y="2084"/>
                  </a:cubicBezTo>
                  <a:cubicBezTo>
                    <a:pt x="688" y="2084"/>
                    <a:pt x="289" y="1685"/>
                    <a:pt x="289" y="1175"/>
                  </a:cubicBezTo>
                  <a:cubicBezTo>
                    <a:pt x="289" y="688"/>
                    <a:pt x="688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3" y="1"/>
                    <a:pt x="1" y="533"/>
                    <a:pt x="1" y="1175"/>
                  </a:cubicBezTo>
                  <a:cubicBezTo>
                    <a:pt x="1" y="1840"/>
                    <a:pt x="533" y="2349"/>
                    <a:pt x="1175" y="2349"/>
                  </a:cubicBezTo>
                  <a:cubicBezTo>
                    <a:pt x="1818" y="2349"/>
                    <a:pt x="2349" y="1840"/>
                    <a:pt x="2349" y="1175"/>
                  </a:cubicBezTo>
                  <a:cubicBezTo>
                    <a:pt x="2349" y="533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1"/>
          <p:cNvGrpSpPr/>
          <p:nvPr/>
        </p:nvGrpSpPr>
        <p:grpSpPr>
          <a:xfrm rot="10800000">
            <a:off x="5231778" y="-194300"/>
            <a:ext cx="562123" cy="750873"/>
            <a:chOff x="7685903" y="4591772"/>
            <a:chExt cx="562123" cy="750873"/>
          </a:xfrm>
        </p:grpSpPr>
        <p:grpSp>
          <p:nvGrpSpPr>
            <p:cNvPr id="1394" name="Google Shape;1394;p21"/>
            <p:cNvGrpSpPr/>
            <p:nvPr/>
          </p:nvGrpSpPr>
          <p:grpSpPr>
            <a:xfrm>
              <a:off x="7685903" y="4591772"/>
              <a:ext cx="182798" cy="598473"/>
              <a:chOff x="3638102" y="4583399"/>
              <a:chExt cx="182798" cy="598473"/>
            </a:xfrm>
          </p:grpSpPr>
          <p:sp>
            <p:nvSpPr>
              <p:cNvPr id="1395" name="Google Shape;1395;p21"/>
              <p:cNvSpPr/>
              <p:nvPr/>
            </p:nvSpPr>
            <p:spPr>
              <a:xfrm>
                <a:off x="3710947" y="4755502"/>
                <a:ext cx="21214" cy="42637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7135" extrusionOk="0">
                    <a:moveTo>
                      <a:pt x="0" y="1"/>
                    </a:moveTo>
                    <a:lnTo>
                      <a:pt x="0" y="7135"/>
                    </a:lnTo>
                    <a:lnTo>
                      <a:pt x="355" y="7135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1"/>
              <p:cNvSpPr/>
              <p:nvPr/>
            </p:nvSpPr>
            <p:spPr>
              <a:xfrm>
                <a:off x="3638102" y="4583399"/>
                <a:ext cx="182798" cy="181424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1862" y="266"/>
                      <a:pt x="2172" y="399"/>
                      <a:pt x="2394" y="643"/>
                    </a:cubicBezTo>
                    <a:cubicBezTo>
                      <a:pt x="2638" y="864"/>
                      <a:pt x="2770" y="1175"/>
                      <a:pt x="2770" y="1507"/>
                    </a:cubicBezTo>
                    <a:cubicBezTo>
                      <a:pt x="2770" y="1839"/>
                      <a:pt x="2638" y="2172"/>
                      <a:pt x="2394" y="2393"/>
                    </a:cubicBezTo>
                    <a:cubicBezTo>
                      <a:pt x="2172" y="2637"/>
                      <a:pt x="1862" y="2770"/>
                      <a:pt x="1530" y="2770"/>
                    </a:cubicBezTo>
                    <a:cubicBezTo>
                      <a:pt x="1197" y="2770"/>
                      <a:pt x="865" y="2637"/>
                      <a:pt x="643" y="2393"/>
                    </a:cubicBezTo>
                    <a:cubicBezTo>
                      <a:pt x="400" y="2172"/>
                      <a:pt x="267" y="1839"/>
                      <a:pt x="267" y="1507"/>
                    </a:cubicBezTo>
                    <a:cubicBezTo>
                      <a:pt x="267" y="1175"/>
                      <a:pt x="400" y="864"/>
                      <a:pt x="643" y="643"/>
                    </a:cubicBezTo>
                    <a:cubicBezTo>
                      <a:pt x="865" y="399"/>
                      <a:pt x="1197" y="266"/>
                      <a:pt x="1530" y="266"/>
                    </a:cubicBezTo>
                    <a:close/>
                    <a:moveTo>
                      <a:pt x="1530" y="0"/>
                    </a:moveTo>
                    <a:cubicBezTo>
                      <a:pt x="1109" y="0"/>
                      <a:pt x="732" y="155"/>
                      <a:pt x="444" y="443"/>
                    </a:cubicBezTo>
                    <a:cubicBezTo>
                      <a:pt x="156" y="731"/>
                      <a:pt x="1" y="1108"/>
                      <a:pt x="1" y="1507"/>
                    </a:cubicBezTo>
                    <a:cubicBezTo>
                      <a:pt x="1" y="1928"/>
                      <a:pt x="156" y="2305"/>
                      <a:pt x="444" y="2593"/>
                    </a:cubicBezTo>
                    <a:cubicBezTo>
                      <a:pt x="732" y="2881"/>
                      <a:pt x="1109" y="3036"/>
                      <a:pt x="1530" y="3036"/>
                    </a:cubicBezTo>
                    <a:cubicBezTo>
                      <a:pt x="1928" y="3036"/>
                      <a:pt x="2305" y="2881"/>
                      <a:pt x="2593" y="2593"/>
                    </a:cubicBezTo>
                    <a:cubicBezTo>
                      <a:pt x="2881" y="2305"/>
                      <a:pt x="3058" y="1928"/>
                      <a:pt x="3058" y="1507"/>
                    </a:cubicBezTo>
                    <a:cubicBezTo>
                      <a:pt x="3058" y="1108"/>
                      <a:pt x="2881" y="731"/>
                      <a:pt x="2593" y="443"/>
                    </a:cubicBezTo>
                    <a:cubicBezTo>
                      <a:pt x="2305" y="155"/>
                      <a:pt x="1928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7" name="Google Shape;1397;p21"/>
            <p:cNvGrpSpPr/>
            <p:nvPr/>
          </p:nvGrpSpPr>
          <p:grpSpPr>
            <a:xfrm>
              <a:off x="8065228" y="4744172"/>
              <a:ext cx="182798" cy="598473"/>
              <a:chOff x="3638102" y="4583399"/>
              <a:chExt cx="182798" cy="598473"/>
            </a:xfrm>
          </p:grpSpPr>
          <p:sp>
            <p:nvSpPr>
              <p:cNvPr id="1398" name="Google Shape;1398;p21"/>
              <p:cNvSpPr/>
              <p:nvPr/>
            </p:nvSpPr>
            <p:spPr>
              <a:xfrm>
                <a:off x="3710947" y="4755502"/>
                <a:ext cx="21214" cy="42637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7135" extrusionOk="0">
                    <a:moveTo>
                      <a:pt x="0" y="1"/>
                    </a:moveTo>
                    <a:lnTo>
                      <a:pt x="0" y="7135"/>
                    </a:lnTo>
                    <a:lnTo>
                      <a:pt x="355" y="7135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21"/>
              <p:cNvSpPr/>
              <p:nvPr/>
            </p:nvSpPr>
            <p:spPr>
              <a:xfrm>
                <a:off x="3638102" y="4583399"/>
                <a:ext cx="182798" cy="181424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1862" y="266"/>
                      <a:pt x="2172" y="399"/>
                      <a:pt x="2394" y="643"/>
                    </a:cubicBezTo>
                    <a:cubicBezTo>
                      <a:pt x="2638" y="864"/>
                      <a:pt x="2770" y="1175"/>
                      <a:pt x="2770" y="1507"/>
                    </a:cubicBezTo>
                    <a:cubicBezTo>
                      <a:pt x="2770" y="1839"/>
                      <a:pt x="2638" y="2172"/>
                      <a:pt x="2394" y="2393"/>
                    </a:cubicBezTo>
                    <a:cubicBezTo>
                      <a:pt x="2172" y="2637"/>
                      <a:pt x="1862" y="2770"/>
                      <a:pt x="1530" y="2770"/>
                    </a:cubicBezTo>
                    <a:cubicBezTo>
                      <a:pt x="1197" y="2770"/>
                      <a:pt x="865" y="2637"/>
                      <a:pt x="643" y="2393"/>
                    </a:cubicBezTo>
                    <a:cubicBezTo>
                      <a:pt x="400" y="2172"/>
                      <a:pt x="267" y="1839"/>
                      <a:pt x="267" y="1507"/>
                    </a:cubicBezTo>
                    <a:cubicBezTo>
                      <a:pt x="267" y="1175"/>
                      <a:pt x="400" y="864"/>
                      <a:pt x="643" y="643"/>
                    </a:cubicBezTo>
                    <a:cubicBezTo>
                      <a:pt x="865" y="399"/>
                      <a:pt x="1197" y="266"/>
                      <a:pt x="1530" y="266"/>
                    </a:cubicBezTo>
                    <a:close/>
                    <a:moveTo>
                      <a:pt x="1530" y="0"/>
                    </a:moveTo>
                    <a:cubicBezTo>
                      <a:pt x="1109" y="0"/>
                      <a:pt x="732" y="155"/>
                      <a:pt x="444" y="443"/>
                    </a:cubicBezTo>
                    <a:cubicBezTo>
                      <a:pt x="156" y="731"/>
                      <a:pt x="1" y="1108"/>
                      <a:pt x="1" y="1507"/>
                    </a:cubicBezTo>
                    <a:cubicBezTo>
                      <a:pt x="1" y="1928"/>
                      <a:pt x="156" y="2305"/>
                      <a:pt x="444" y="2593"/>
                    </a:cubicBezTo>
                    <a:cubicBezTo>
                      <a:pt x="732" y="2881"/>
                      <a:pt x="1109" y="3036"/>
                      <a:pt x="1530" y="3036"/>
                    </a:cubicBezTo>
                    <a:cubicBezTo>
                      <a:pt x="1928" y="3036"/>
                      <a:pt x="2305" y="2881"/>
                      <a:pt x="2593" y="2593"/>
                    </a:cubicBezTo>
                    <a:cubicBezTo>
                      <a:pt x="2881" y="2305"/>
                      <a:pt x="3058" y="1928"/>
                      <a:pt x="3058" y="1507"/>
                    </a:cubicBezTo>
                    <a:cubicBezTo>
                      <a:pt x="3058" y="1108"/>
                      <a:pt x="2881" y="731"/>
                      <a:pt x="2593" y="443"/>
                    </a:cubicBezTo>
                    <a:cubicBezTo>
                      <a:pt x="2305" y="155"/>
                      <a:pt x="1928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00" name="Google Shape;1400;p21"/>
          <p:cNvGrpSpPr/>
          <p:nvPr/>
        </p:nvGrpSpPr>
        <p:grpSpPr>
          <a:xfrm flipH="1">
            <a:off x="-29854" y="4371703"/>
            <a:ext cx="399902" cy="651901"/>
            <a:chOff x="8772496" y="3715501"/>
            <a:chExt cx="399902" cy="651901"/>
          </a:xfrm>
        </p:grpSpPr>
        <p:sp>
          <p:nvSpPr>
            <p:cNvPr id="1401" name="Google Shape;1401;p21"/>
            <p:cNvSpPr/>
            <p:nvPr/>
          </p:nvSpPr>
          <p:spPr>
            <a:xfrm>
              <a:off x="8838105" y="3859218"/>
              <a:ext cx="334293" cy="508184"/>
            </a:xfrm>
            <a:custGeom>
              <a:avLst/>
              <a:gdLst/>
              <a:ahLst/>
              <a:cxnLst/>
              <a:rect l="l" t="t" r="r" b="b"/>
              <a:pathLst>
                <a:path w="7113" h="10813" extrusionOk="0">
                  <a:moveTo>
                    <a:pt x="0" y="1"/>
                  </a:moveTo>
                  <a:lnTo>
                    <a:pt x="0" y="3723"/>
                  </a:lnTo>
                  <a:lnTo>
                    <a:pt x="7112" y="10813"/>
                  </a:lnTo>
                  <a:lnTo>
                    <a:pt x="7112" y="10436"/>
                  </a:lnTo>
                  <a:lnTo>
                    <a:pt x="288" y="3612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1"/>
            <p:cNvSpPr/>
            <p:nvPr/>
          </p:nvSpPr>
          <p:spPr>
            <a:xfrm>
              <a:off x="8772496" y="3715501"/>
              <a:ext cx="143718" cy="143765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89"/>
                  </a:moveTo>
                  <a:cubicBezTo>
                    <a:pt x="2216" y="289"/>
                    <a:pt x="2792" y="843"/>
                    <a:pt x="2792" y="1530"/>
                  </a:cubicBezTo>
                  <a:cubicBezTo>
                    <a:pt x="2792" y="2217"/>
                    <a:pt x="2216" y="2793"/>
                    <a:pt x="1529" y="2793"/>
                  </a:cubicBezTo>
                  <a:cubicBezTo>
                    <a:pt x="842" y="2793"/>
                    <a:pt x="288" y="2217"/>
                    <a:pt x="288" y="1530"/>
                  </a:cubicBezTo>
                  <a:cubicBezTo>
                    <a:pt x="288" y="843"/>
                    <a:pt x="842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8"/>
                    <a:pt x="0" y="1530"/>
                  </a:cubicBezTo>
                  <a:cubicBezTo>
                    <a:pt x="0" y="2327"/>
                    <a:pt x="621" y="2992"/>
                    <a:pt x="1396" y="3059"/>
                  </a:cubicBezTo>
                  <a:lnTo>
                    <a:pt x="1396" y="2926"/>
                  </a:lnTo>
                  <a:lnTo>
                    <a:pt x="1684" y="2926"/>
                  </a:lnTo>
                  <a:lnTo>
                    <a:pt x="1684" y="3059"/>
                  </a:lnTo>
                  <a:cubicBezTo>
                    <a:pt x="2460" y="2992"/>
                    <a:pt x="3058" y="2327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3" name="Google Shape;1403;p21"/>
          <p:cNvGrpSpPr/>
          <p:nvPr/>
        </p:nvGrpSpPr>
        <p:grpSpPr>
          <a:xfrm rot="5400000">
            <a:off x="67035" y="3592664"/>
            <a:ext cx="184279" cy="603321"/>
            <a:chOff x="3638102" y="4583399"/>
            <a:chExt cx="182798" cy="598473"/>
          </a:xfrm>
        </p:grpSpPr>
        <p:sp>
          <p:nvSpPr>
            <p:cNvPr id="1404" name="Google Shape;1404;p21"/>
            <p:cNvSpPr/>
            <p:nvPr/>
          </p:nvSpPr>
          <p:spPr>
            <a:xfrm>
              <a:off x="3710947" y="4755502"/>
              <a:ext cx="21214" cy="426370"/>
            </a:xfrm>
            <a:custGeom>
              <a:avLst/>
              <a:gdLst/>
              <a:ahLst/>
              <a:cxnLst/>
              <a:rect l="l" t="t" r="r" b="b"/>
              <a:pathLst>
                <a:path w="355" h="7135" extrusionOk="0">
                  <a:moveTo>
                    <a:pt x="0" y="1"/>
                  </a:moveTo>
                  <a:lnTo>
                    <a:pt x="0" y="7135"/>
                  </a:lnTo>
                  <a:lnTo>
                    <a:pt x="355" y="7135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1"/>
            <p:cNvSpPr/>
            <p:nvPr/>
          </p:nvSpPr>
          <p:spPr>
            <a:xfrm>
              <a:off x="3638102" y="4583399"/>
              <a:ext cx="182798" cy="181424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1862" y="266"/>
                    <a:pt x="2172" y="399"/>
                    <a:pt x="2394" y="643"/>
                  </a:cubicBezTo>
                  <a:cubicBezTo>
                    <a:pt x="2638" y="864"/>
                    <a:pt x="2770" y="1175"/>
                    <a:pt x="2770" y="1507"/>
                  </a:cubicBezTo>
                  <a:cubicBezTo>
                    <a:pt x="2770" y="1839"/>
                    <a:pt x="2638" y="2172"/>
                    <a:pt x="2394" y="2393"/>
                  </a:cubicBezTo>
                  <a:cubicBezTo>
                    <a:pt x="2172" y="2637"/>
                    <a:pt x="1862" y="2770"/>
                    <a:pt x="1530" y="2770"/>
                  </a:cubicBezTo>
                  <a:cubicBezTo>
                    <a:pt x="1197" y="2770"/>
                    <a:pt x="865" y="2637"/>
                    <a:pt x="643" y="2393"/>
                  </a:cubicBezTo>
                  <a:cubicBezTo>
                    <a:pt x="400" y="2172"/>
                    <a:pt x="267" y="1839"/>
                    <a:pt x="267" y="1507"/>
                  </a:cubicBezTo>
                  <a:cubicBezTo>
                    <a:pt x="267" y="1175"/>
                    <a:pt x="400" y="864"/>
                    <a:pt x="643" y="643"/>
                  </a:cubicBezTo>
                  <a:cubicBezTo>
                    <a:pt x="865" y="399"/>
                    <a:pt x="1197" y="266"/>
                    <a:pt x="1530" y="266"/>
                  </a:cubicBezTo>
                  <a:close/>
                  <a:moveTo>
                    <a:pt x="1530" y="0"/>
                  </a:moveTo>
                  <a:cubicBezTo>
                    <a:pt x="1109" y="0"/>
                    <a:pt x="732" y="155"/>
                    <a:pt x="444" y="443"/>
                  </a:cubicBezTo>
                  <a:cubicBezTo>
                    <a:pt x="156" y="731"/>
                    <a:pt x="1" y="1108"/>
                    <a:pt x="1" y="1507"/>
                  </a:cubicBezTo>
                  <a:cubicBezTo>
                    <a:pt x="1" y="1928"/>
                    <a:pt x="156" y="2305"/>
                    <a:pt x="444" y="2593"/>
                  </a:cubicBezTo>
                  <a:cubicBezTo>
                    <a:pt x="732" y="2881"/>
                    <a:pt x="1109" y="3036"/>
                    <a:pt x="1530" y="3036"/>
                  </a:cubicBezTo>
                  <a:cubicBezTo>
                    <a:pt x="1928" y="3036"/>
                    <a:pt x="2305" y="2881"/>
                    <a:pt x="2593" y="2593"/>
                  </a:cubicBezTo>
                  <a:cubicBezTo>
                    <a:pt x="2881" y="2305"/>
                    <a:pt x="3058" y="1928"/>
                    <a:pt x="3058" y="1507"/>
                  </a:cubicBezTo>
                  <a:cubicBezTo>
                    <a:pt x="3058" y="1108"/>
                    <a:pt x="2881" y="731"/>
                    <a:pt x="2593" y="443"/>
                  </a:cubicBezTo>
                  <a:cubicBezTo>
                    <a:pt x="2305" y="155"/>
                    <a:pt x="1928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6" name="Google Shape;1406;p21"/>
          <p:cNvGrpSpPr/>
          <p:nvPr/>
        </p:nvGrpSpPr>
        <p:grpSpPr>
          <a:xfrm rot="-5400000">
            <a:off x="3696168" y="-390063"/>
            <a:ext cx="1178127" cy="1094369"/>
            <a:chOff x="7825118" y="4065849"/>
            <a:chExt cx="1178127" cy="1094369"/>
          </a:xfrm>
        </p:grpSpPr>
        <p:sp>
          <p:nvSpPr>
            <p:cNvPr id="1407" name="Google Shape;1407;p21"/>
            <p:cNvSpPr/>
            <p:nvPr/>
          </p:nvSpPr>
          <p:spPr>
            <a:xfrm>
              <a:off x="7911327" y="4137684"/>
              <a:ext cx="1091918" cy="1022534"/>
            </a:xfrm>
            <a:custGeom>
              <a:avLst/>
              <a:gdLst/>
              <a:ahLst/>
              <a:cxnLst/>
              <a:rect l="l" t="t" r="r" b="b"/>
              <a:pathLst>
                <a:path w="30310" h="28384" extrusionOk="0">
                  <a:moveTo>
                    <a:pt x="0" y="1"/>
                  </a:moveTo>
                  <a:lnTo>
                    <a:pt x="0" y="776"/>
                  </a:lnTo>
                  <a:lnTo>
                    <a:pt x="11012" y="776"/>
                  </a:lnTo>
                  <a:lnTo>
                    <a:pt x="29512" y="19299"/>
                  </a:lnTo>
                  <a:lnTo>
                    <a:pt x="29512" y="28383"/>
                  </a:lnTo>
                  <a:lnTo>
                    <a:pt x="30310" y="28383"/>
                  </a:lnTo>
                  <a:lnTo>
                    <a:pt x="30310" y="18967"/>
                  </a:lnTo>
                  <a:lnTo>
                    <a:pt x="113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1"/>
            <p:cNvSpPr/>
            <p:nvPr/>
          </p:nvSpPr>
          <p:spPr>
            <a:xfrm>
              <a:off x="7825118" y="4065849"/>
              <a:ext cx="172416" cy="171659"/>
            </a:xfrm>
            <a:custGeom>
              <a:avLst/>
              <a:gdLst/>
              <a:ahLst/>
              <a:cxnLst/>
              <a:rect l="l" t="t" r="r" b="b"/>
              <a:pathLst>
                <a:path w="4786" h="4765" extrusionOk="0">
                  <a:moveTo>
                    <a:pt x="2393" y="1"/>
                  </a:moveTo>
                  <a:cubicBezTo>
                    <a:pt x="1086" y="1"/>
                    <a:pt x="0" y="1064"/>
                    <a:pt x="0" y="2372"/>
                  </a:cubicBezTo>
                  <a:cubicBezTo>
                    <a:pt x="0" y="3701"/>
                    <a:pt x="1086" y="4764"/>
                    <a:pt x="2393" y="4764"/>
                  </a:cubicBezTo>
                  <a:cubicBezTo>
                    <a:pt x="3722" y="4764"/>
                    <a:pt x="4786" y="3701"/>
                    <a:pt x="4786" y="2372"/>
                  </a:cubicBezTo>
                  <a:cubicBezTo>
                    <a:pt x="4786" y="1064"/>
                    <a:pt x="3722" y="1"/>
                    <a:pt x="2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9" name="Google Shape;1409;p21"/>
          <p:cNvGrpSpPr/>
          <p:nvPr/>
        </p:nvGrpSpPr>
        <p:grpSpPr>
          <a:xfrm flipH="1">
            <a:off x="7701018" y="-56867"/>
            <a:ext cx="1468333" cy="494947"/>
            <a:chOff x="-21957" y="3648039"/>
            <a:chExt cx="1468333" cy="494947"/>
          </a:xfrm>
        </p:grpSpPr>
        <p:sp>
          <p:nvSpPr>
            <p:cNvPr id="1410" name="Google Shape;1410;p21"/>
            <p:cNvSpPr/>
            <p:nvPr/>
          </p:nvSpPr>
          <p:spPr>
            <a:xfrm>
              <a:off x="1113676" y="3810286"/>
              <a:ext cx="332700" cy="332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1"/>
            <p:cNvSpPr/>
            <p:nvPr/>
          </p:nvSpPr>
          <p:spPr>
            <a:xfrm>
              <a:off x="-21957" y="3648039"/>
              <a:ext cx="1150161" cy="332607"/>
            </a:xfrm>
            <a:custGeom>
              <a:avLst/>
              <a:gdLst/>
              <a:ahLst/>
              <a:cxnLst/>
              <a:rect l="l" t="t" r="r" b="b"/>
              <a:pathLst>
                <a:path w="35628" h="10303" extrusionOk="0">
                  <a:moveTo>
                    <a:pt x="0" y="0"/>
                  </a:moveTo>
                  <a:lnTo>
                    <a:pt x="0" y="1108"/>
                  </a:lnTo>
                  <a:lnTo>
                    <a:pt x="9062" y="10192"/>
                  </a:lnTo>
                  <a:lnTo>
                    <a:pt x="9173" y="10303"/>
                  </a:lnTo>
                  <a:lnTo>
                    <a:pt x="35583" y="10303"/>
                  </a:lnTo>
                  <a:cubicBezTo>
                    <a:pt x="35583" y="10259"/>
                    <a:pt x="35583" y="10214"/>
                    <a:pt x="35583" y="10170"/>
                  </a:cubicBezTo>
                  <a:cubicBezTo>
                    <a:pt x="35583" y="9949"/>
                    <a:pt x="35605" y="9727"/>
                    <a:pt x="35627" y="9505"/>
                  </a:cubicBezTo>
                  <a:lnTo>
                    <a:pt x="9505" y="9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1"/>
            <p:cNvSpPr/>
            <p:nvPr/>
          </p:nvSpPr>
          <p:spPr>
            <a:xfrm>
              <a:off x="1198819" y="3895801"/>
              <a:ext cx="162413" cy="161671"/>
            </a:xfrm>
            <a:custGeom>
              <a:avLst/>
              <a:gdLst/>
              <a:ahLst/>
              <a:cxnLst/>
              <a:rect l="l" t="t" r="r" b="b"/>
              <a:pathLst>
                <a:path w="5031" h="5008" extrusionOk="0">
                  <a:moveTo>
                    <a:pt x="2505" y="0"/>
                  </a:moveTo>
                  <a:cubicBezTo>
                    <a:pt x="1131" y="0"/>
                    <a:pt x="1" y="1108"/>
                    <a:pt x="1" y="2504"/>
                  </a:cubicBezTo>
                  <a:cubicBezTo>
                    <a:pt x="1" y="3878"/>
                    <a:pt x="1131" y="5008"/>
                    <a:pt x="2505" y="5008"/>
                  </a:cubicBezTo>
                  <a:cubicBezTo>
                    <a:pt x="3900" y="5008"/>
                    <a:pt x="5030" y="3878"/>
                    <a:pt x="5030" y="2504"/>
                  </a:cubicBezTo>
                  <a:cubicBezTo>
                    <a:pt x="5030" y="1108"/>
                    <a:pt x="3900" y="0"/>
                    <a:pt x="25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3" name="Google Shape;1413;p21"/>
          <p:cNvGrpSpPr/>
          <p:nvPr/>
        </p:nvGrpSpPr>
        <p:grpSpPr>
          <a:xfrm>
            <a:off x="8550430" y="3443850"/>
            <a:ext cx="1239039" cy="568423"/>
            <a:chOff x="208301" y="226025"/>
            <a:chExt cx="1239039" cy="568423"/>
          </a:xfrm>
        </p:grpSpPr>
        <p:sp>
          <p:nvSpPr>
            <p:cNvPr id="1414" name="Google Shape;1414;p21"/>
            <p:cNvSpPr/>
            <p:nvPr/>
          </p:nvSpPr>
          <p:spPr>
            <a:xfrm>
              <a:off x="332791" y="266933"/>
              <a:ext cx="1007840" cy="482141"/>
            </a:xfrm>
            <a:custGeom>
              <a:avLst/>
              <a:gdLst/>
              <a:ahLst/>
              <a:cxnLst/>
              <a:rect l="l" t="t" r="r" b="b"/>
              <a:pathLst>
                <a:path w="25105" h="12010" extrusionOk="0">
                  <a:moveTo>
                    <a:pt x="18612" y="1"/>
                  </a:moveTo>
                  <a:lnTo>
                    <a:pt x="6869" y="11721"/>
                  </a:lnTo>
                  <a:lnTo>
                    <a:pt x="1" y="11721"/>
                  </a:lnTo>
                  <a:lnTo>
                    <a:pt x="1" y="12010"/>
                  </a:lnTo>
                  <a:lnTo>
                    <a:pt x="7002" y="12010"/>
                  </a:lnTo>
                  <a:lnTo>
                    <a:pt x="18723" y="267"/>
                  </a:lnTo>
                  <a:lnTo>
                    <a:pt x="25104" y="267"/>
                  </a:lnTo>
                  <a:lnTo>
                    <a:pt x="25104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1"/>
            <p:cNvSpPr/>
            <p:nvPr/>
          </p:nvSpPr>
          <p:spPr>
            <a:xfrm>
              <a:off x="208301" y="671644"/>
              <a:ext cx="122763" cy="122804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67"/>
                  </a:moveTo>
                  <a:cubicBezTo>
                    <a:pt x="2216" y="267"/>
                    <a:pt x="2770" y="843"/>
                    <a:pt x="2770" y="1530"/>
                  </a:cubicBezTo>
                  <a:cubicBezTo>
                    <a:pt x="2770" y="2217"/>
                    <a:pt x="2216" y="2770"/>
                    <a:pt x="1529" y="2770"/>
                  </a:cubicBezTo>
                  <a:cubicBezTo>
                    <a:pt x="842" y="2770"/>
                    <a:pt x="266" y="2217"/>
                    <a:pt x="266" y="1530"/>
                  </a:cubicBezTo>
                  <a:cubicBezTo>
                    <a:pt x="266" y="843"/>
                    <a:pt x="842" y="267"/>
                    <a:pt x="1529" y="267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8"/>
                    <a:pt x="0" y="1530"/>
                  </a:cubicBezTo>
                  <a:cubicBezTo>
                    <a:pt x="0" y="2372"/>
                    <a:pt x="687" y="3058"/>
                    <a:pt x="1529" y="3058"/>
                  </a:cubicBezTo>
                  <a:cubicBezTo>
                    <a:pt x="2371" y="3058"/>
                    <a:pt x="3058" y="2372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1"/>
            <p:cNvSpPr/>
            <p:nvPr/>
          </p:nvSpPr>
          <p:spPr>
            <a:xfrm>
              <a:off x="1324576" y="226025"/>
              <a:ext cx="122763" cy="122804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89"/>
                  </a:moveTo>
                  <a:cubicBezTo>
                    <a:pt x="2216" y="289"/>
                    <a:pt x="2770" y="843"/>
                    <a:pt x="2770" y="1529"/>
                  </a:cubicBezTo>
                  <a:cubicBezTo>
                    <a:pt x="2770" y="2216"/>
                    <a:pt x="2216" y="2770"/>
                    <a:pt x="1529" y="2770"/>
                  </a:cubicBezTo>
                  <a:cubicBezTo>
                    <a:pt x="842" y="2770"/>
                    <a:pt x="288" y="2216"/>
                    <a:pt x="288" y="1529"/>
                  </a:cubicBezTo>
                  <a:cubicBezTo>
                    <a:pt x="288" y="843"/>
                    <a:pt x="842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7" name="Google Shape;1417;p21"/>
          <p:cNvGrpSpPr/>
          <p:nvPr/>
        </p:nvGrpSpPr>
        <p:grpSpPr>
          <a:xfrm rot="10800000" flipH="1">
            <a:off x="8811923" y="675103"/>
            <a:ext cx="399902" cy="651901"/>
            <a:chOff x="8772496" y="3715501"/>
            <a:chExt cx="399902" cy="651901"/>
          </a:xfrm>
        </p:grpSpPr>
        <p:sp>
          <p:nvSpPr>
            <p:cNvPr id="1418" name="Google Shape;1418;p21"/>
            <p:cNvSpPr/>
            <p:nvPr/>
          </p:nvSpPr>
          <p:spPr>
            <a:xfrm>
              <a:off x="8838105" y="3859218"/>
              <a:ext cx="334293" cy="508184"/>
            </a:xfrm>
            <a:custGeom>
              <a:avLst/>
              <a:gdLst/>
              <a:ahLst/>
              <a:cxnLst/>
              <a:rect l="l" t="t" r="r" b="b"/>
              <a:pathLst>
                <a:path w="7113" h="10813" extrusionOk="0">
                  <a:moveTo>
                    <a:pt x="0" y="1"/>
                  </a:moveTo>
                  <a:lnTo>
                    <a:pt x="0" y="3723"/>
                  </a:lnTo>
                  <a:lnTo>
                    <a:pt x="7112" y="10813"/>
                  </a:lnTo>
                  <a:lnTo>
                    <a:pt x="7112" y="10436"/>
                  </a:lnTo>
                  <a:lnTo>
                    <a:pt x="288" y="3612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1"/>
            <p:cNvSpPr/>
            <p:nvPr/>
          </p:nvSpPr>
          <p:spPr>
            <a:xfrm>
              <a:off x="8772496" y="3715501"/>
              <a:ext cx="143718" cy="143765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89"/>
                  </a:moveTo>
                  <a:cubicBezTo>
                    <a:pt x="2216" y="289"/>
                    <a:pt x="2792" y="843"/>
                    <a:pt x="2792" y="1530"/>
                  </a:cubicBezTo>
                  <a:cubicBezTo>
                    <a:pt x="2792" y="2217"/>
                    <a:pt x="2216" y="2793"/>
                    <a:pt x="1529" y="2793"/>
                  </a:cubicBezTo>
                  <a:cubicBezTo>
                    <a:pt x="842" y="2793"/>
                    <a:pt x="288" y="2217"/>
                    <a:pt x="288" y="1530"/>
                  </a:cubicBezTo>
                  <a:cubicBezTo>
                    <a:pt x="288" y="843"/>
                    <a:pt x="842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8"/>
                    <a:pt x="0" y="1530"/>
                  </a:cubicBezTo>
                  <a:cubicBezTo>
                    <a:pt x="0" y="2327"/>
                    <a:pt x="621" y="2992"/>
                    <a:pt x="1396" y="3059"/>
                  </a:cubicBezTo>
                  <a:lnTo>
                    <a:pt x="1396" y="2926"/>
                  </a:lnTo>
                  <a:lnTo>
                    <a:pt x="1684" y="2926"/>
                  </a:lnTo>
                  <a:lnTo>
                    <a:pt x="1684" y="3059"/>
                  </a:lnTo>
                  <a:cubicBezTo>
                    <a:pt x="2460" y="2992"/>
                    <a:pt x="3058" y="2327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0" name="Google Shape;1420;p21"/>
          <p:cNvGrpSpPr/>
          <p:nvPr/>
        </p:nvGrpSpPr>
        <p:grpSpPr>
          <a:xfrm>
            <a:off x="2124375" y="4537679"/>
            <a:ext cx="878357" cy="184270"/>
            <a:chOff x="919039" y="1581426"/>
            <a:chExt cx="600134" cy="125902"/>
          </a:xfrm>
        </p:grpSpPr>
        <p:sp>
          <p:nvSpPr>
            <p:cNvPr id="1421" name="Google Shape;1421;p21"/>
            <p:cNvSpPr/>
            <p:nvPr/>
          </p:nvSpPr>
          <p:spPr>
            <a:xfrm>
              <a:off x="1393982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7" y="3900"/>
                  </a:lnTo>
                  <a:lnTo>
                    <a:pt x="38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1"/>
            <p:cNvSpPr/>
            <p:nvPr/>
          </p:nvSpPr>
          <p:spPr>
            <a:xfrm>
              <a:off x="1156511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8" y="3900"/>
                  </a:lnTo>
                  <a:lnTo>
                    <a:pt x="3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1"/>
            <p:cNvSpPr/>
            <p:nvPr/>
          </p:nvSpPr>
          <p:spPr>
            <a:xfrm>
              <a:off x="919039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8" y="3900"/>
                  </a:lnTo>
                  <a:lnTo>
                    <a:pt x="3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1"/>
            <p:cNvSpPr/>
            <p:nvPr/>
          </p:nvSpPr>
          <p:spPr>
            <a:xfrm>
              <a:off x="951225" y="1640084"/>
              <a:ext cx="505705" cy="8619"/>
            </a:xfrm>
            <a:custGeom>
              <a:avLst/>
              <a:gdLst/>
              <a:ahLst/>
              <a:cxnLst/>
              <a:rect l="l" t="t" r="r" b="b"/>
              <a:pathLst>
                <a:path w="15665" h="267" extrusionOk="0">
                  <a:moveTo>
                    <a:pt x="0" y="0"/>
                  </a:moveTo>
                  <a:lnTo>
                    <a:pt x="0" y="266"/>
                  </a:lnTo>
                  <a:lnTo>
                    <a:pt x="15665" y="266"/>
                  </a:lnTo>
                  <a:lnTo>
                    <a:pt x="15665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5" name="Google Shape;1425;p21"/>
          <p:cNvGrpSpPr/>
          <p:nvPr/>
        </p:nvGrpSpPr>
        <p:grpSpPr>
          <a:xfrm>
            <a:off x="6044250" y="4813527"/>
            <a:ext cx="184279" cy="603321"/>
            <a:chOff x="3638102" y="4583399"/>
            <a:chExt cx="182798" cy="598473"/>
          </a:xfrm>
        </p:grpSpPr>
        <p:sp>
          <p:nvSpPr>
            <p:cNvPr id="1426" name="Google Shape;1426;p21"/>
            <p:cNvSpPr/>
            <p:nvPr/>
          </p:nvSpPr>
          <p:spPr>
            <a:xfrm>
              <a:off x="3710947" y="4755502"/>
              <a:ext cx="21214" cy="426370"/>
            </a:xfrm>
            <a:custGeom>
              <a:avLst/>
              <a:gdLst/>
              <a:ahLst/>
              <a:cxnLst/>
              <a:rect l="l" t="t" r="r" b="b"/>
              <a:pathLst>
                <a:path w="355" h="7135" extrusionOk="0">
                  <a:moveTo>
                    <a:pt x="0" y="1"/>
                  </a:moveTo>
                  <a:lnTo>
                    <a:pt x="0" y="7135"/>
                  </a:lnTo>
                  <a:lnTo>
                    <a:pt x="355" y="7135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1"/>
            <p:cNvSpPr/>
            <p:nvPr/>
          </p:nvSpPr>
          <p:spPr>
            <a:xfrm>
              <a:off x="3638102" y="4583399"/>
              <a:ext cx="182798" cy="181424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1862" y="266"/>
                    <a:pt x="2172" y="399"/>
                    <a:pt x="2394" y="643"/>
                  </a:cubicBezTo>
                  <a:cubicBezTo>
                    <a:pt x="2638" y="864"/>
                    <a:pt x="2770" y="1175"/>
                    <a:pt x="2770" y="1507"/>
                  </a:cubicBezTo>
                  <a:cubicBezTo>
                    <a:pt x="2770" y="1839"/>
                    <a:pt x="2638" y="2172"/>
                    <a:pt x="2394" y="2393"/>
                  </a:cubicBezTo>
                  <a:cubicBezTo>
                    <a:pt x="2172" y="2637"/>
                    <a:pt x="1862" y="2770"/>
                    <a:pt x="1530" y="2770"/>
                  </a:cubicBezTo>
                  <a:cubicBezTo>
                    <a:pt x="1197" y="2770"/>
                    <a:pt x="865" y="2637"/>
                    <a:pt x="643" y="2393"/>
                  </a:cubicBezTo>
                  <a:cubicBezTo>
                    <a:pt x="400" y="2172"/>
                    <a:pt x="267" y="1839"/>
                    <a:pt x="267" y="1507"/>
                  </a:cubicBezTo>
                  <a:cubicBezTo>
                    <a:pt x="267" y="1175"/>
                    <a:pt x="400" y="864"/>
                    <a:pt x="643" y="643"/>
                  </a:cubicBezTo>
                  <a:cubicBezTo>
                    <a:pt x="865" y="399"/>
                    <a:pt x="1197" y="266"/>
                    <a:pt x="1530" y="266"/>
                  </a:cubicBezTo>
                  <a:close/>
                  <a:moveTo>
                    <a:pt x="1530" y="0"/>
                  </a:moveTo>
                  <a:cubicBezTo>
                    <a:pt x="1109" y="0"/>
                    <a:pt x="732" y="155"/>
                    <a:pt x="444" y="443"/>
                  </a:cubicBezTo>
                  <a:cubicBezTo>
                    <a:pt x="156" y="731"/>
                    <a:pt x="1" y="1108"/>
                    <a:pt x="1" y="1507"/>
                  </a:cubicBezTo>
                  <a:cubicBezTo>
                    <a:pt x="1" y="1928"/>
                    <a:pt x="156" y="2305"/>
                    <a:pt x="444" y="2593"/>
                  </a:cubicBezTo>
                  <a:cubicBezTo>
                    <a:pt x="732" y="2881"/>
                    <a:pt x="1109" y="3036"/>
                    <a:pt x="1530" y="3036"/>
                  </a:cubicBezTo>
                  <a:cubicBezTo>
                    <a:pt x="1928" y="3036"/>
                    <a:pt x="2305" y="2881"/>
                    <a:pt x="2593" y="2593"/>
                  </a:cubicBezTo>
                  <a:cubicBezTo>
                    <a:pt x="2881" y="2305"/>
                    <a:pt x="3058" y="1928"/>
                    <a:pt x="3058" y="1507"/>
                  </a:cubicBezTo>
                  <a:cubicBezTo>
                    <a:pt x="3058" y="1108"/>
                    <a:pt x="2881" y="731"/>
                    <a:pt x="2593" y="443"/>
                  </a:cubicBezTo>
                  <a:cubicBezTo>
                    <a:pt x="2305" y="155"/>
                    <a:pt x="1928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8" name="Google Shape;1428;p21"/>
          <p:cNvGrpSpPr/>
          <p:nvPr/>
        </p:nvGrpSpPr>
        <p:grpSpPr>
          <a:xfrm rot="5400000">
            <a:off x="67035" y="1099914"/>
            <a:ext cx="184279" cy="603321"/>
            <a:chOff x="3638102" y="4583399"/>
            <a:chExt cx="182798" cy="598473"/>
          </a:xfrm>
        </p:grpSpPr>
        <p:sp>
          <p:nvSpPr>
            <p:cNvPr id="1429" name="Google Shape;1429;p21"/>
            <p:cNvSpPr/>
            <p:nvPr/>
          </p:nvSpPr>
          <p:spPr>
            <a:xfrm>
              <a:off x="3710947" y="4755502"/>
              <a:ext cx="21214" cy="426370"/>
            </a:xfrm>
            <a:custGeom>
              <a:avLst/>
              <a:gdLst/>
              <a:ahLst/>
              <a:cxnLst/>
              <a:rect l="l" t="t" r="r" b="b"/>
              <a:pathLst>
                <a:path w="355" h="7135" extrusionOk="0">
                  <a:moveTo>
                    <a:pt x="0" y="1"/>
                  </a:moveTo>
                  <a:lnTo>
                    <a:pt x="0" y="7135"/>
                  </a:lnTo>
                  <a:lnTo>
                    <a:pt x="355" y="7135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1"/>
            <p:cNvSpPr/>
            <p:nvPr/>
          </p:nvSpPr>
          <p:spPr>
            <a:xfrm>
              <a:off x="3638102" y="4583399"/>
              <a:ext cx="182798" cy="181424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1862" y="266"/>
                    <a:pt x="2172" y="399"/>
                    <a:pt x="2394" y="643"/>
                  </a:cubicBezTo>
                  <a:cubicBezTo>
                    <a:pt x="2638" y="864"/>
                    <a:pt x="2770" y="1175"/>
                    <a:pt x="2770" y="1507"/>
                  </a:cubicBezTo>
                  <a:cubicBezTo>
                    <a:pt x="2770" y="1839"/>
                    <a:pt x="2638" y="2172"/>
                    <a:pt x="2394" y="2393"/>
                  </a:cubicBezTo>
                  <a:cubicBezTo>
                    <a:pt x="2172" y="2637"/>
                    <a:pt x="1862" y="2770"/>
                    <a:pt x="1530" y="2770"/>
                  </a:cubicBezTo>
                  <a:cubicBezTo>
                    <a:pt x="1197" y="2770"/>
                    <a:pt x="865" y="2637"/>
                    <a:pt x="643" y="2393"/>
                  </a:cubicBezTo>
                  <a:cubicBezTo>
                    <a:pt x="400" y="2172"/>
                    <a:pt x="267" y="1839"/>
                    <a:pt x="267" y="1507"/>
                  </a:cubicBezTo>
                  <a:cubicBezTo>
                    <a:pt x="267" y="1175"/>
                    <a:pt x="400" y="864"/>
                    <a:pt x="643" y="643"/>
                  </a:cubicBezTo>
                  <a:cubicBezTo>
                    <a:pt x="865" y="399"/>
                    <a:pt x="1197" y="266"/>
                    <a:pt x="1530" y="266"/>
                  </a:cubicBezTo>
                  <a:close/>
                  <a:moveTo>
                    <a:pt x="1530" y="0"/>
                  </a:moveTo>
                  <a:cubicBezTo>
                    <a:pt x="1109" y="0"/>
                    <a:pt x="732" y="155"/>
                    <a:pt x="444" y="443"/>
                  </a:cubicBezTo>
                  <a:cubicBezTo>
                    <a:pt x="156" y="731"/>
                    <a:pt x="1" y="1108"/>
                    <a:pt x="1" y="1507"/>
                  </a:cubicBezTo>
                  <a:cubicBezTo>
                    <a:pt x="1" y="1928"/>
                    <a:pt x="156" y="2305"/>
                    <a:pt x="444" y="2593"/>
                  </a:cubicBezTo>
                  <a:cubicBezTo>
                    <a:pt x="732" y="2881"/>
                    <a:pt x="1109" y="3036"/>
                    <a:pt x="1530" y="3036"/>
                  </a:cubicBezTo>
                  <a:cubicBezTo>
                    <a:pt x="1928" y="3036"/>
                    <a:pt x="2305" y="2881"/>
                    <a:pt x="2593" y="2593"/>
                  </a:cubicBezTo>
                  <a:cubicBezTo>
                    <a:pt x="2881" y="2305"/>
                    <a:pt x="3058" y="1928"/>
                    <a:pt x="3058" y="1507"/>
                  </a:cubicBezTo>
                  <a:cubicBezTo>
                    <a:pt x="3058" y="1108"/>
                    <a:pt x="2881" y="731"/>
                    <a:pt x="2593" y="443"/>
                  </a:cubicBezTo>
                  <a:cubicBezTo>
                    <a:pt x="2305" y="155"/>
                    <a:pt x="1928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3"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2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563" name="Google Shape;1563;p24"/>
          <p:cNvGrpSpPr/>
          <p:nvPr/>
        </p:nvGrpSpPr>
        <p:grpSpPr>
          <a:xfrm>
            <a:off x="208310" y="1707222"/>
            <a:ext cx="444699" cy="714806"/>
            <a:chOff x="8348444" y="2302425"/>
            <a:chExt cx="444699" cy="714806"/>
          </a:xfrm>
        </p:grpSpPr>
        <p:sp>
          <p:nvSpPr>
            <p:cNvPr id="1564" name="Google Shape;1564;p24"/>
            <p:cNvSpPr/>
            <p:nvPr/>
          </p:nvSpPr>
          <p:spPr>
            <a:xfrm>
              <a:off x="8348444" y="2302425"/>
              <a:ext cx="368261" cy="714806"/>
            </a:xfrm>
            <a:custGeom>
              <a:avLst/>
              <a:gdLst/>
              <a:ahLst/>
              <a:cxnLst/>
              <a:rect l="l" t="t" r="r" b="b"/>
              <a:pathLst>
                <a:path w="9395" h="18236" extrusionOk="0">
                  <a:moveTo>
                    <a:pt x="4476" y="1"/>
                  </a:moveTo>
                  <a:lnTo>
                    <a:pt x="0" y="4587"/>
                  </a:lnTo>
                  <a:lnTo>
                    <a:pt x="0" y="18235"/>
                  </a:lnTo>
                  <a:lnTo>
                    <a:pt x="9395" y="18235"/>
                  </a:lnTo>
                  <a:lnTo>
                    <a:pt x="93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4"/>
            <p:cNvSpPr/>
            <p:nvPr/>
          </p:nvSpPr>
          <p:spPr>
            <a:xfrm>
              <a:off x="8652425" y="2518678"/>
              <a:ext cx="140719" cy="38257"/>
            </a:xfrm>
            <a:custGeom>
              <a:avLst/>
              <a:gdLst/>
              <a:ahLst/>
              <a:cxnLst/>
              <a:rect l="l" t="t" r="r" b="b"/>
              <a:pathLst>
                <a:path w="3590" h="976" extrusionOk="0">
                  <a:moveTo>
                    <a:pt x="0" y="1"/>
                  </a:moveTo>
                  <a:lnTo>
                    <a:pt x="0" y="976"/>
                  </a:lnTo>
                  <a:lnTo>
                    <a:pt x="3589" y="976"/>
                  </a:lnTo>
                  <a:lnTo>
                    <a:pt x="35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4"/>
            <p:cNvSpPr/>
            <p:nvPr/>
          </p:nvSpPr>
          <p:spPr>
            <a:xfrm>
              <a:off x="8652425" y="2645482"/>
              <a:ext cx="140719" cy="38257"/>
            </a:xfrm>
            <a:custGeom>
              <a:avLst/>
              <a:gdLst/>
              <a:ahLst/>
              <a:cxnLst/>
              <a:rect l="l" t="t" r="r" b="b"/>
              <a:pathLst>
                <a:path w="3590" h="976" extrusionOk="0">
                  <a:moveTo>
                    <a:pt x="0" y="1"/>
                  </a:moveTo>
                  <a:lnTo>
                    <a:pt x="0" y="975"/>
                  </a:lnTo>
                  <a:lnTo>
                    <a:pt x="3589" y="975"/>
                  </a:lnTo>
                  <a:lnTo>
                    <a:pt x="35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4"/>
            <p:cNvSpPr/>
            <p:nvPr/>
          </p:nvSpPr>
          <p:spPr>
            <a:xfrm>
              <a:off x="8652425" y="2772286"/>
              <a:ext cx="140719" cy="37394"/>
            </a:xfrm>
            <a:custGeom>
              <a:avLst/>
              <a:gdLst/>
              <a:ahLst/>
              <a:cxnLst/>
              <a:rect l="l" t="t" r="r" b="b"/>
              <a:pathLst>
                <a:path w="3590" h="954" extrusionOk="0">
                  <a:moveTo>
                    <a:pt x="0" y="0"/>
                  </a:moveTo>
                  <a:lnTo>
                    <a:pt x="0" y="953"/>
                  </a:lnTo>
                  <a:lnTo>
                    <a:pt x="3589" y="953"/>
                  </a:lnTo>
                  <a:lnTo>
                    <a:pt x="35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4"/>
            <p:cNvSpPr/>
            <p:nvPr/>
          </p:nvSpPr>
          <p:spPr>
            <a:xfrm>
              <a:off x="8652425" y="2899090"/>
              <a:ext cx="140719" cy="37355"/>
            </a:xfrm>
            <a:custGeom>
              <a:avLst/>
              <a:gdLst/>
              <a:ahLst/>
              <a:cxnLst/>
              <a:rect l="l" t="t" r="r" b="b"/>
              <a:pathLst>
                <a:path w="3590" h="953" extrusionOk="0">
                  <a:moveTo>
                    <a:pt x="0" y="0"/>
                  </a:moveTo>
                  <a:lnTo>
                    <a:pt x="0" y="953"/>
                  </a:lnTo>
                  <a:lnTo>
                    <a:pt x="3589" y="953"/>
                  </a:lnTo>
                  <a:lnTo>
                    <a:pt x="35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9" name="Google Shape;1569;p24"/>
          <p:cNvGrpSpPr/>
          <p:nvPr/>
        </p:nvGrpSpPr>
        <p:grpSpPr>
          <a:xfrm rot="-5400000" flipH="1">
            <a:off x="-262506" y="-37943"/>
            <a:ext cx="819137" cy="1183093"/>
            <a:chOff x="4312241" y="155173"/>
            <a:chExt cx="711736" cy="1027883"/>
          </a:xfrm>
        </p:grpSpPr>
        <p:sp>
          <p:nvSpPr>
            <p:cNvPr id="1570" name="Google Shape;1570;p24"/>
            <p:cNvSpPr/>
            <p:nvPr/>
          </p:nvSpPr>
          <p:spPr>
            <a:xfrm>
              <a:off x="4714225" y="243176"/>
              <a:ext cx="251803" cy="689522"/>
            </a:xfrm>
            <a:custGeom>
              <a:avLst/>
              <a:gdLst/>
              <a:ahLst/>
              <a:cxnLst/>
              <a:rect l="l" t="t" r="r" b="b"/>
              <a:pathLst>
                <a:path w="7800" h="21359" extrusionOk="0">
                  <a:moveTo>
                    <a:pt x="7600" y="0"/>
                  </a:moveTo>
                  <a:lnTo>
                    <a:pt x="1" y="7600"/>
                  </a:lnTo>
                  <a:lnTo>
                    <a:pt x="1" y="21359"/>
                  </a:lnTo>
                  <a:lnTo>
                    <a:pt x="267" y="21359"/>
                  </a:lnTo>
                  <a:lnTo>
                    <a:pt x="267" y="7733"/>
                  </a:lnTo>
                  <a:lnTo>
                    <a:pt x="7800" y="200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4"/>
            <p:cNvSpPr/>
            <p:nvPr/>
          </p:nvSpPr>
          <p:spPr>
            <a:xfrm>
              <a:off x="4948113" y="190942"/>
              <a:ext cx="75864" cy="75154"/>
            </a:xfrm>
            <a:custGeom>
              <a:avLst/>
              <a:gdLst/>
              <a:ahLst/>
              <a:cxnLst/>
              <a:rect l="l" t="t" r="r" b="b"/>
              <a:pathLst>
                <a:path w="2350" h="2328" extrusionOk="0">
                  <a:moveTo>
                    <a:pt x="1175" y="267"/>
                  </a:moveTo>
                  <a:cubicBezTo>
                    <a:pt x="1663" y="267"/>
                    <a:pt x="2061" y="665"/>
                    <a:pt x="2061" y="1175"/>
                  </a:cubicBezTo>
                  <a:cubicBezTo>
                    <a:pt x="2061" y="1662"/>
                    <a:pt x="1663" y="2061"/>
                    <a:pt x="1175" y="2061"/>
                  </a:cubicBezTo>
                  <a:cubicBezTo>
                    <a:pt x="666" y="2061"/>
                    <a:pt x="267" y="1662"/>
                    <a:pt x="267" y="1175"/>
                  </a:cubicBezTo>
                  <a:cubicBezTo>
                    <a:pt x="267" y="665"/>
                    <a:pt x="666" y="267"/>
                    <a:pt x="1175" y="267"/>
                  </a:cubicBezTo>
                  <a:close/>
                  <a:moveTo>
                    <a:pt x="1175" y="1"/>
                  </a:moveTo>
                  <a:cubicBezTo>
                    <a:pt x="533" y="1"/>
                    <a:pt x="1" y="510"/>
                    <a:pt x="1" y="1175"/>
                  </a:cubicBezTo>
                  <a:cubicBezTo>
                    <a:pt x="1" y="1818"/>
                    <a:pt x="533" y="2327"/>
                    <a:pt x="1175" y="2327"/>
                  </a:cubicBezTo>
                  <a:cubicBezTo>
                    <a:pt x="1818" y="2327"/>
                    <a:pt x="2349" y="1818"/>
                    <a:pt x="2349" y="1175"/>
                  </a:cubicBezTo>
                  <a:cubicBezTo>
                    <a:pt x="2349" y="510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4"/>
            <p:cNvSpPr/>
            <p:nvPr/>
          </p:nvSpPr>
          <p:spPr>
            <a:xfrm>
              <a:off x="4680619" y="926957"/>
              <a:ext cx="75832" cy="75864"/>
            </a:xfrm>
            <a:custGeom>
              <a:avLst/>
              <a:gdLst/>
              <a:ahLst/>
              <a:cxnLst/>
              <a:rect l="l" t="t" r="r" b="b"/>
              <a:pathLst>
                <a:path w="2349" h="2350" extrusionOk="0">
                  <a:moveTo>
                    <a:pt x="1175" y="289"/>
                  </a:moveTo>
                  <a:cubicBezTo>
                    <a:pt x="1662" y="289"/>
                    <a:pt x="2061" y="687"/>
                    <a:pt x="2061" y="1175"/>
                  </a:cubicBezTo>
                  <a:cubicBezTo>
                    <a:pt x="2061" y="1662"/>
                    <a:pt x="1662" y="2061"/>
                    <a:pt x="1175" y="2061"/>
                  </a:cubicBezTo>
                  <a:cubicBezTo>
                    <a:pt x="687" y="2061"/>
                    <a:pt x="288" y="1662"/>
                    <a:pt x="288" y="1175"/>
                  </a:cubicBezTo>
                  <a:cubicBezTo>
                    <a:pt x="288" y="687"/>
                    <a:pt x="687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2" y="1"/>
                    <a:pt x="0" y="532"/>
                    <a:pt x="0" y="1175"/>
                  </a:cubicBezTo>
                  <a:cubicBezTo>
                    <a:pt x="0" y="1817"/>
                    <a:pt x="532" y="2349"/>
                    <a:pt x="1175" y="2349"/>
                  </a:cubicBezTo>
                  <a:cubicBezTo>
                    <a:pt x="1817" y="2349"/>
                    <a:pt x="2349" y="1817"/>
                    <a:pt x="2349" y="1175"/>
                  </a:cubicBezTo>
                  <a:cubicBezTo>
                    <a:pt x="2349" y="532"/>
                    <a:pt x="1817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4"/>
            <p:cNvSpPr/>
            <p:nvPr/>
          </p:nvSpPr>
          <p:spPr>
            <a:xfrm>
              <a:off x="4521110" y="221708"/>
              <a:ext cx="252514" cy="803996"/>
            </a:xfrm>
            <a:custGeom>
              <a:avLst/>
              <a:gdLst/>
              <a:ahLst/>
              <a:cxnLst/>
              <a:rect l="l" t="t" r="r" b="b"/>
              <a:pathLst>
                <a:path w="7822" h="24905" extrusionOk="0">
                  <a:moveTo>
                    <a:pt x="7622" y="0"/>
                  </a:moveTo>
                  <a:lnTo>
                    <a:pt x="1" y="7600"/>
                  </a:lnTo>
                  <a:lnTo>
                    <a:pt x="1" y="24904"/>
                  </a:lnTo>
                  <a:lnTo>
                    <a:pt x="289" y="24904"/>
                  </a:lnTo>
                  <a:lnTo>
                    <a:pt x="289" y="7733"/>
                  </a:lnTo>
                  <a:lnTo>
                    <a:pt x="7822" y="200"/>
                  </a:lnTo>
                  <a:lnTo>
                    <a:pt x="762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4"/>
            <p:cNvSpPr/>
            <p:nvPr/>
          </p:nvSpPr>
          <p:spPr>
            <a:xfrm>
              <a:off x="4754998" y="169507"/>
              <a:ext cx="75864" cy="75121"/>
            </a:xfrm>
            <a:custGeom>
              <a:avLst/>
              <a:gdLst/>
              <a:ahLst/>
              <a:cxnLst/>
              <a:rect l="l" t="t" r="r" b="b"/>
              <a:pathLst>
                <a:path w="2350" h="2327" extrusionOk="0">
                  <a:moveTo>
                    <a:pt x="1175" y="266"/>
                  </a:moveTo>
                  <a:cubicBezTo>
                    <a:pt x="1662" y="266"/>
                    <a:pt x="2083" y="665"/>
                    <a:pt x="2083" y="1174"/>
                  </a:cubicBezTo>
                  <a:cubicBezTo>
                    <a:pt x="2083" y="1662"/>
                    <a:pt x="1662" y="2061"/>
                    <a:pt x="1175" y="2061"/>
                  </a:cubicBezTo>
                  <a:cubicBezTo>
                    <a:pt x="687" y="2061"/>
                    <a:pt x="289" y="1662"/>
                    <a:pt x="289" y="1174"/>
                  </a:cubicBezTo>
                  <a:cubicBezTo>
                    <a:pt x="289" y="665"/>
                    <a:pt x="687" y="266"/>
                    <a:pt x="1175" y="266"/>
                  </a:cubicBezTo>
                  <a:close/>
                  <a:moveTo>
                    <a:pt x="1175" y="0"/>
                  </a:moveTo>
                  <a:cubicBezTo>
                    <a:pt x="532" y="0"/>
                    <a:pt x="1" y="510"/>
                    <a:pt x="1" y="1174"/>
                  </a:cubicBezTo>
                  <a:cubicBezTo>
                    <a:pt x="1" y="1817"/>
                    <a:pt x="532" y="2326"/>
                    <a:pt x="1175" y="2326"/>
                  </a:cubicBezTo>
                  <a:cubicBezTo>
                    <a:pt x="1817" y="2326"/>
                    <a:pt x="2349" y="1817"/>
                    <a:pt x="2349" y="1174"/>
                  </a:cubicBezTo>
                  <a:cubicBezTo>
                    <a:pt x="2349" y="510"/>
                    <a:pt x="1817" y="0"/>
                    <a:pt x="117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4"/>
            <p:cNvSpPr/>
            <p:nvPr/>
          </p:nvSpPr>
          <p:spPr>
            <a:xfrm>
              <a:off x="4488214" y="1019932"/>
              <a:ext cx="75121" cy="75864"/>
            </a:xfrm>
            <a:custGeom>
              <a:avLst/>
              <a:gdLst/>
              <a:ahLst/>
              <a:cxnLst/>
              <a:rect l="l" t="t" r="r" b="b"/>
              <a:pathLst>
                <a:path w="2327" h="2350" extrusionOk="0">
                  <a:moveTo>
                    <a:pt x="1152" y="289"/>
                  </a:moveTo>
                  <a:cubicBezTo>
                    <a:pt x="1662" y="289"/>
                    <a:pt x="2061" y="688"/>
                    <a:pt x="2061" y="1175"/>
                  </a:cubicBezTo>
                  <a:cubicBezTo>
                    <a:pt x="2061" y="1663"/>
                    <a:pt x="1662" y="2061"/>
                    <a:pt x="1152" y="2061"/>
                  </a:cubicBezTo>
                  <a:cubicBezTo>
                    <a:pt x="665" y="2061"/>
                    <a:pt x="266" y="1663"/>
                    <a:pt x="266" y="1175"/>
                  </a:cubicBezTo>
                  <a:cubicBezTo>
                    <a:pt x="266" y="688"/>
                    <a:pt x="665" y="289"/>
                    <a:pt x="1152" y="289"/>
                  </a:cubicBezTo>
                  <a:close/>
                  <a:moveTo>
                    <a:pt x="1152" y="1"/>
                  </a:moveTo>
                  <a:cubicBezTo>
                    <a:pt x="510" y="1"/>
                    <a:pt x="0" y="533"/>
                    <a:pt x="0" y="1175"/>
                  </a:cubicBezTo>
                  <a:cubicBezTo>
                    <a:pt x="0" y="1818"/>
                    <a:pt x="510" y="2349"/>
                    <a:pt x="1152" y="2349"/>
                  </a:cubicBezTo>
                  <a:cubicBezTo>
                    <a:pt x="1817" y="2349"/>
                    <a:pt x="2327" y="1818"/>
                    <a:pt x="2327" y="1175"/>
                  </a:cubicBezTo>
                  <a:cubicBezTo>
                    <a:pt x="2327" y="533"/>
                    <a:pt x="1817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4"/>
            <p:cNvSpPr/>
            <p:nvPr/>
          </p:nvSpPr>
          <p:spPr>
            <a:xfrm>
              <a:off x="4343006" y="208117"/>
              <a:ext cx="251804" cy="906977"/>
            </a:xfrm>
            <a:custGeom>
              <a:avLst/>
              <a:gdLst/>
              <a:ahLst/>
              <a:cxnLst/>
              <a:rect l="l" t="t" r="r" b="b"/>
              <a:pathLst>
                <a:path w="7800" h="28095" extrusionOk="0">
                  <a:moveTo>
                    <a:pt x="7600" y="0"/>
                  </a:moveTo>
                  <a:lnTo>
                    <a:pt x="1" y="7600"/>
                  </a:lnTo>
                  <a:lnTo>
                    <a:pt x="1" y="28095"/>
                  </a:lnTo>
                  <a:lnTo>
                    <a:pt x="289" y="28095"/>
                  </a:lnTo>
                  <a:lnTo>
                    <a:pt x="289" y="7711"/>
                  </a:lnTo>
                  <a:lnTo>
                    <a:pt x="7800" y="200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4"/>
            <p:cNvSpPr/>
            <p:nvPr/>
          </p:nvSpPr>
          <p:spPr>
            <a:xfrm>
              <a:off x="4576894" y="155173"/>
              <a:ext cx="75864" cy="75864"/>
            </a:xfrm>
            <a:custGeom>
              <a:avLst/>
              <a:gdLst/>
              <a:ahLst/>
              <a:cxnLst/>
              <a:rect l="l" t="t" r="r" b="b"/>
              <a:pathLst>
                <a:path w="2350" h="2350" extrusionOk="0">
                  <a:moveTo>
                    <a:pt x="1175" y="289"/>
                  </a:moveTo>
                  <a:cubicBezTo>
                    <a:pt x="1662" y="289"/>
                    <a:pt x="2061" y="688"/>
                    <a:pt x="2061" y="1175"/>
                  </a:cubicBezTo>
                  <a:cubicBezTo>
                    <a:pt x="2061" y="1663"/>
                    <a:pt x="1662" y="2084"/>
                    <a:pt x="1175" y="2084"/>
                  </a:cubicBezTo>
                  <a:cubicBezTo>
                    <a:pt x="688" y="2084"/>
                    <a:pt x="267" y="1663"/>
                    <a:pt x="267" y="1175"/>
                  </a:cubicBezTo>
                  <a:cubicBezTo>
                    <a:pt x="267" y="688"/>
                    <a:pt x="688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2" y="1"/>
                    <a:pt x="1" y="533"/>
                    <a:pt x="1" y="1175"/>
                  </a:cubicBezTo>
                  <a:cubicBezTo>
                    <a:pt x="1" y="1818"/>
                    <a:pt x="532" y="2349"/>
                    <a:pt x="1175" y="2349"/>
                  </a:cubicBezTo>
                  <a:cubicBezTo>
                    <a:pt x="1818" y="2349"/>
                    <a:pt x="2349" y="1818"/>
                    <a:pt x="2349" y="1175"/>
                  </a:cubicBezTo>
                  <a:cubicBezTo>
                    <a:pt x="2349" y="533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4"/>
            <p:cNvSpPr/>
            <p:nvPr/>
          </p:nvSpPr>
          <p:spPr>
            <a:xfrm>
              <a:off x="4312241" y="1107192"/>
              <a:ext cx="75864" cy="75864"/>
            </a:xfrm>
            <a:custGeom>
              <a:avLst/>
              <a:gdLst/>
              <a:ahLst/>
              <a:cxnLst/>
              <a:rect l="l" t="t" r="r" b="b"/>
              <a:pathLst>
                <a:path w="2350" h="2350" extrusionOk="0">
                  <a:moveTo>
                    <a:pt x="1175" y="289"/>
                  </a:moveTo>
                  <a:cubicBezTo>
                    <a:pt x="1685" y="289"/>
                    <a:pt x="2084" y="688"/>
                    <a:pt x="2084" y="1175"/>
                  </a:cubicBezTo>
                  <a:cubicBezTo>
                    <a:pt x="2084" y="1685"/>
                    <a:pt x="1685" y="2084"/>
                    <a:pt x="1175" y="2084"/>
                  </a:cubicBezTo>
                  <a:cubicBezTo>
                    <a:pt x="688" y="2084"/>
                    <a:pt x="289" y="1685"/>
                    <a:pt x="289" y="1175"/>
                  </a:cubicBezTo>
                  <a:cubicBezTo>
                    <a:pt x="289" y="688"/>
                    <a:pt x="688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3" y="1"/>
                    <a:pt x="1" y="533"/>
                    <a:pt x="1" y="1175"/>
                  </a:cubicBezTo>
                  <a:cubicBezTo>
                    <a:pt x="1" y="1840"/>
                    <a:pt x="533" y="2349"/>
                    <a:pt x="1175" y="2349"/>
                  </a:cubicBezTo>
                  <a:cubicBezTo>
                    <a:pt x="1818" y="2349"/>
                    <a:pt x="2349" y="1840"/>
                    <a:pt x="2349" y="1175"/>
                  </a:cubicBezTo>
                  <a:cubicBezTo>
                    <a:pt x="2349" y="533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9" name="Google Shape;1579;p24"/>
          <p:cNvGrpSpPr/>
          <p:nvPr/>
        </p:nvGrpSpPr>
        <p:grpSpPr>
          <a:xfrm>
            <a:off x="6923307" y="4708603"/>
            <a:ext cx="399902" cy="651901"/>
            <a:chOff x="8772496" y="3715501"/>
            <a:chExt cx="399902" cy="651901"/>
          </a:xfrm>
        </p:grpSpPr>
        <p:sp>
          <p:nvSpPr>
            <p:cNvPr id="1580" name="Google Shape;1580;p24"/>
            <p:cNvSpPr/>
            <p:nvPr/>
          </p:nvSpPr>
          <p:spPr>
            <a:xfrm>
              <a:off x="8838105" y="3859218"/>
              <a:ext cx="334293" cy="508184"/>
            </a:xfrm>
            <a:custGeom>
              <a:avLst/>
              <a:gdLst/>
              <a:ahLst/>
              <a:cxnLst/>
              <a:rect l="l" t="t" r="r" b="b"/>
              <a:pathLst>
                <a:path w="7113" h="10813" extrusionOk="0">
                  <a:moveTo>
                    <a:pt x="0" y="1"/>
                  </a:moveTo>
                  <a:lnTo>
                    <a:pt x="0" y="3723"/>
                  </a:lnTo>
                  <a:lnTo>
                    <a:pt x="7112" y="10813"/>
                  </a:lnTo>
                  <a:lnTo>
                    <a:pt x="7112" y="10436"/>
                  </a:lnTo>
                  <a:lnTo>
                    <a:pt x="288" y="3612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4"/>
            <p:cNvSpPr/>
            <p:nvPr/>
          </p:nvSpPr>
          <p:spPr>
            <a:xfrm>
              <a:off x="8772496" y="3715501"/>
              <a:ext cx="143718" cy="143765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89"/>
                  </a:moveTo>
                  <a:cubicBezTo>
                    <a:pt x="2216" y="289"/>
                    <a:pt x="2792" y="843"/>
                    <a:pt x="2792" y="1530"/>
                  </a:cubicBezTo>
                  <a:cubicBezTo>
                    <a:pt x="2792" y="2217"/>
                    <a:pt x="2216" y="2793"/>
                    <a:pt x="1529" y="2793"/>
                  </a:cubicBezTo>
                  <a:cubicBezTo>
                    <a:pt x="842" y="2793"/>
                    <a:pt x="288" y="2217"/>
                    <a:pt x="288" y="1530"/>
                  </a:cubicBezTo>
                  <a:cubicBezTo>
                    <a:pt x="288" y="843"/>
                    <a:pt x="842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8"/>
                    <a:pt x="0" y="1530"/>
                  </a:cubicBezTo>
                  <a:cubicBezTo>
                    <a:pt x="0" y="2327"/>
                    <a:pt x="621" y="2992"/>
                    <a:pt x="1396" y="3059"/>
                  </a:cubicBezTo>
                  <a:lnTo>
                    <a:pt x="1396" y="2926"/>
                  </a:lnTo>
                  <a:lnTo>
                    <a:pt x="1684" y="2926"/>
                  </a:lnTo>
                  <a:lnTo>
                    <a:pt x="1684" y="3059"/>
                  </a:lnTo>
                  <a:cubicBezTo>
                    <a:pt x="2460" y="2992"/>
                    <a:pt x="3058" y="2327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2" name="Google Shape;1582;p24"/>
          <p:cNvGrpSpPr/>
          <p:nvPr/>
        </p:nvGrpSpPr>
        <p:grpSpPr>
          <a:xfrm rot="10800000" flipH="1">
            <a:off x="7953734" y="-746828"/>
            <a:ext cx="1178127" cy="1094369"/>
            <a:chOff x="7825118" y="4065849"/>
            <a:chExt cx="1178127" cy="1094369"/>
          </a:xfrm>
        </p:grpSpPr>
        <p:sp>
          <p:nvSpPr>
            <p:cNvPr id="1583" name="Google Shape;1583;p24"/>
            <p:cNvSpPr/>
            <p:nvPr/>
          </p:nvSpPr>
          <p:spPr>
            <a:xfrm>
              <a:off x="7911327" y="4137684"/>
              <a:ext cx="1091918" cy="1022534"/>
            </a:xfrm>
            <a:custGeom>
              <a:avLst/>
              <a:gdLst/>
              <a:ahLst/>
              <a:cxnLst/>
              <a:rect l="l" t="t" r="r" b="b"/>
              <a:pathLst>
                <a:path w="30310" h="28384" extrusionOk="0">
                  <a:moveTo>
                    <a:pt x="0" y="1"/>
                  </a:moveTo>
                  <a:lnTo>
                    <a:pt x="0" y="776"/>
                  </a:lnTo>
                  <a:lnTo>
                    <a:pt x="11012" y="776"/>
                  </a:lnTo>
                  <a:lnTo>
                    <a:pt x="29512" y="19299"/>
                  </a:lnTo>
                  <a:lnTo>
                    <a:pt x="29512" y="28383"/>
                  </a:lnTo>
                  <a:lnTo>
                    <a:pt x="30310" y="28383"/>
                  </a:lnTo>
                  <a:lnTo>
                    <a:pt x="30310" y="18967"/>
                  </a:lnTo>
                  <a:lnTo>
                    <a:pt x="113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4"/>
            <p:cNvSpPr/>
            <p:nvPr/>
          </p:nvSpPr>
          <p:spPr>
            <a:xfrm>
              <a:off x="7825118" y="4065849"/>
              <a:ext cx="172416" cy="171659"/>
            </a:xfrm>
            <a:custGeom>
              <a:avLst/>
              <a:gdLst/>
              <a:ahLst/>
              <a:cxnLst/>
              <a:rect l="l" t="t" r="r" b="b"/>
              <a:pathLst>
                <a:path w="4786" h="4765" extrusionOk="0">
                  <a:moveTo>
                    <a:pt x="2393" y="1"/>
                  </a:moveTo>
                  <a:cubicBezTo>
                    <a:pt x="1086" y="1"/>
                    <a:pt x="0" y="1064"/>
                    <a:pt x="0" y="2372"/>
                  </a:cubicBezTo>
                  <a:cubicBezTo>
                    <a:pt x="0" y="3701"/>
                    <a:pt x="1086" y="4764"/>
                    <a:pt x="2393" y="4764"/>
                  </a:cubicBezTo>
                  <a:cubicBezTo>
                    <a:pt x="3722" y="4764"/>
                    <a:pt x="4786" y="3701"/>
                    <a:pt x="4786" y="2372"/>
                  </a:cubicBezTo>
                  <a:cubicBezTo>
                    <a:pt x="4786" y="1064"/>
                    <a:pt x="3722" y="1"/>
                    <a:pt x="23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5" name="Google Shape;1585;p24"/>
          <p:cNvGrpSpPr/>
          <p:nvPr/>
        </p:nvGrpSpPr>
        <p:grpSpPr>
          <a:xfrm rot="10800000" flipH="1">
            <a:off x="-816385" y="3089665"/>
            <a:ext cx="1591472" cy="841159"/>
            <a:chOff x="661553" y="1919040"/>
            <a:chExt cx="1591472" cy="841159"/>
          </a:xfrm>
        </p:grpSpPr>
        <p:sp>
          <p:nvSpPr>
            <p:cNvPr id="1586" name="Google Shape;1586;p24"/>
            <p:cNvSpPr/>
            <p:nvPr/>
          </p:nvSpPr>
          <p:spPr>
            <a:xfrm>
              <a:off x="661553" y="2267371"/>
              <a:ext cx="1400512" cy="411311"/>
            </a:xfrm>
            <a:custGeom>
              <a:avLst/>
              <a:gdLst/>
              <a:ahLst/>
              <a:cxnLst/>
              <a:rect l="l" t="t" r="r" b="b"/>
              <a:pathLst>
                <a:path w="43383" h="12741" extrusionOk="0">
                  <a:moveTo>
                    <a:pt x="24283" y="0"/>
                  </a:moveTo>
                  <a:lnTo>
                    <a:pt x="19387" y="4897"/>
                  </a:lnTo>
                  <a:lnTo>
                    <a:pt x="2304" y="4897"/>
                  </a:lnTo>
                  <a:lnTo>
                    <a:pt x="0" y="2593"/>
                  </a:lnTo>
                  <a:lnTo>
                    <a:pt x="0" y="2991"/>
                  </a:lnTo>
                  <a:lnTo>
                    <a:pt x="2193" y="5185"/>
                  </a:lnTo>
                  <a:lnTo>
                    <a:pt x="19498" y="5185"/>
                  </a:lnTo>
                  <a:lnTo>
                    <a:pt x="24416" y="266"/>
                  </a:lnTo>
                  <a:lnTo>
                    <a:pt x="30731" y="266"/>
                  </a:lnTo>
                  <a:lnTo>
                    <a:pt x="43183" y="12740"/>
                  </a:lnTo>
                  <a:cubicBezTo>
                    <a:pt x="43249" y="12674"/>
                    <a:pt x="43316" y="12607"/>
                    <a:pt x="43382" y="12541"/>
                  </a:cubicBezTo>
                  <a:lnTo>
                    <a:pt x="3084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4"/>
            <p:cNvSpPr/>
            <p:nvPr/>
          </p:nvSpPr>
          <p:spPr>
            <a:xfrm>
              <a:off x="661553" y="2117869"/>
              <a:ext cx="1493485" cy="209610"/>
            </a:xfrm>
            <a:custGeom>
              <a:avLst/>
              <a:gdLst/>
              <a:ahLst/>
              <a:cxnLst/>
              <a:rect l="l" t="t" r="r" b="b"/>
              <a:pathLst>
                <a:path w="46263" h="6493" extrusionOk="0">
                  <a:moveTo>
                    <a:pt x="21802" y="1"/>
                  </a:moveTo>
                  <a:lnTo>
                    <a:pt x="15598" y="6204"/>
                  </a:lnTo>
                  <a:lnTo>
                    <a:pt x="4343" y="6204"/>
                  </a:lnTo>
                  <a:lnTo>
                    <a:pt x="0" y="1862"/>
                  </a:lnTo>
                  <a:lnTo>
                    <a:pt x="0" y="2261"/>
                  </a:lnTo>
                  <a:lnTo>
                    <a:pt x="4232" y="6492"/>
                  </a:lnTo>
                  <a:lnTo>
                    <a:pt x="15709" y="6492"/>
                  </a:lnTo>
                  <a:lnTo>
                    <a:pt x="21935" y="267"/>
                  </a:lnTo>
                  <a:lnTo>
                    <a:pt x="46262" y="267"/>
                  </a:lnTo>
                  <a:cubicBezTo>
                    <a:pt x="46262" y="222"/>
                    <a:pt x="46262" y="178"/>
                    <a:pt x="46262" y="134"/>
                  </a:cubicBezTo>
                  <a:cubicBezTo>
                    <a:pt x="46262" y="89"/>
                    <a:pt x="46262" y="45"/>
                    <a:pt x="4626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4"/>
            <p:cNvSpPr/>
            <p:nvPr/>
          </p:nvSpPr>
          <p:spPr>
            <a:xfrm>
              <a:off x="2043446" y="2661479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266"/>
                  </a:moveTo>
                  <a:cubicBezTo>
                    <a:pt x="2216" y="266"/>
                    <a:pt x="2792" y="842"/>
                    <a:pt x="2792" y="1529"/>
                  </a:cubicBezTo>
                  <a:cubicBezTo>
                    <a:pt x="2792" y="2216"/>
                    <a:pt x="2216" y="2770"/>
                    <a:pt x="1529" y="2770"/>
                  </a:cubicBezTo>
                  <a:cubicBezTo>
                    <a:pt x="842" y="2770"/>
                    <a:pt x="288" y="2216"/>
                    <a:pt x="288" y="1529"/>
                  </a:cubicBezTo>
                  <a:cubicBezTo>
                    <a:pt x="288" y="842"/>
                    <a:pt x="842" y="266"/>
                    <a:pt x="1529" y="266"/>
                  </a:cubicBezTo>
                  <a:close/>
                  <a:moveTo>
                    <a:pt x="1529" y="0"/>
                  </a:moveTo>
                  <a:cubicBezTo>
                    <a:pt x="1174" y="0"/>
                    <a:pt x="842" y="133"/>
                    <a:pt x="576" y="333"/>
                  </a:cubicBezTo>
                  <a:lnTo>
                    <a:pt x="731" y="488"/>
                  </a:lnTo>
                  <a:lnTo>
                    <a:pt x="532" y="687"/>
                  </a:lnTo>
                  <a:lnTo>
                    <a:pt x="377" y="532"/>
                  </a:lnTo>
                  <a:cubicBezTo>
                    <a:pt x="155" y="798"/>
                    <a:pt x="0" y="1153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4"/>
            <p:cNvSpPr/>
            <p:nvPr/>
          </p:nvSpPr>
          <p:spPr>
            <a:xfrm>
              <a:off x="2155015" y="2072802"/>
              <a:ext cx="98010" cy="98752"/>
            </a:xfrm>
            <a:custGeom>
              <a:avLst/>
              <a:gdLst/>
              <a:ahLst/>
              <a:cxnLst/>
              <a:rect l="l" t="t" r="r" b="b"/>
              <a:pathLst>
                <a:path w="3036" h="3059" extrusionOk="0">
                  <a:moveTo>
                    <a:pt x="1507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3"/>
                    <a:pt x="1507" y="2793"/>
                  </a:cubicBezTo>
                  <a:cubicBezTo>
                    <a:pt x="820" y="2793"/>
                    <a:pt x="266" y="2216"/>
                    <a:pt x="266" y="1530"/>
                  </a:cubicBezTo>
                  <a:cubicBezTo>
                    <a:pt x="266" y="843"/>
                    <a:pt x="820" y="289"/>
                    <a:pt x="1507" y="289"/>
                  </a:cubicBezTo>
                  <a:close/>
                  <a:moveTo>
                    <a:pt x="1507" y="1"/>
                  </a:moveTo>
                  <a:cubicBezTo>
                    <a:pt x="732" y="1"/>
                    <a:pt x="67" y="621"/>
                    <a:pt x="0" y="1397"/>
                  </a:cubicBezTo>
                  <a:lnTo>
                    <a:pt x="133" y="1397"/>
                  </a:lnTo>
                  <a:lnTo>
                    <a:pt x="133" y="1663"/>
                  </a:lnTo>
                  <a:lnTo>
                    <a:pt x="0" y="1663"/>
                  </a:lnTo>
                  <a:cubicBezTo>
                    <a:pt x="67" y="2460"/>
                    <a:pt x="732" y="3058"/>
                    <a:pt x="1507" y="3058"/>
                  </a:cubicBezTo>
                  <a:cubicBezTo>
                    <a:pt x="2349" y="3058"/>
                    <a:pt x="3036" y="2372"/>
                    <a:pt x="3036" y="1530"/>
                  </a:cubicBezTo>
                  <a:cubicBezTo>
                    <a:pt x="3036" y="688"/>
                    <a:pt x="2349" y="1"/>
                    <a:pt x="150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4"/>
            <p:cNvSpPr/>
            <p:nvPr/>
          </p:nvSpPr>
          <p:spPr>
            <a:xfrm>
              <a:off x="2155015" y="2117869"/>
              <a:ext cx="4326" cy="8619"/>
            </a:xfrm>
            <a:custGeom>
              <a:avLst/>
              <a:gdLst/>
              <a:ahLst/>
              <a:cxnLst/>
              <a:rect l="l" t="t" r="r" b="b"/>
              <a:pathLst>
                <a:path w="134" h="267" extrusionOk="0">
                  <a:moveTo>
                    <a:pt x="0" y="1"/>
                  </a:moveTo>
                  <a:cubicBezTo>
                    <a:pt x="0" y="45"/>
                    <a:pt x="0" y="89"/>
                    <a:pt x="0" y="134"/>
                  </a:cubicBezTo>
                  <a:cubicBezTo>
                    <a:pt x="0" y="178"/>
                    <a:pt x="0" y="222"/>
                    <a:pt x="0" y="267"/>
                  </a:cubicBezTo>
                  <a:lnTo>
                    <a:pt x="133" y="267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4"/>
            <p:cNvSpPr/>
            <p:nvPr/>
          </p:nvSpPr>
          <p:spPr>
            <a:xfrm>
              <a:off x="1779502" y="1951936"/>
              <a:ext cx="3616" cy="8619"/>
            </a:xfrm>
            <a:custGeom>
              <a:avLst/>
              <a:gdLst/>
              <a:ahLst/>
              <a:cxnLst/>
              <a:rect l="l" t="t" r="r" b="b"/>
              <a:pathLst>
                <a:path w="112" h="267" extrusionOk="0">
                  <a:moveTo>
                    <a:pt x="89" y="0"/>
                  </a:moveTo>
                  <a:cubicBezTo>
                    <a:pt x="67" y="89"/>
                    <a:pt x="23" y="178"/>
                    <a:pt x="0" y="266"/>
                  </a:cubicBezTo>
                  <a:lnTo>
                    <a:pt x="111" y="26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4"/>
            <p:cNvSpPr/>
            <p:nvPr/>
          </p:nvSpPr>
          <p:spPr>
            <a:xfrm>
              <a:off x="951936" y="1951936"/>
              <a:ext cx="821138" cy="187432"/>
            </a:xfrm>
            <a:custGeom>
              <a:avLst/>
              <a:gdLst/>
              <a:ahLst/>
              <a:cxnLst/>
              <a:rect l="l" t="t" r="r" b="b"/>
              <a:pathLst>
                <a:path w="25436" h="5806" extrusionOk="0">
                  <a:moveTo>
                    <a:pt x="10436" y="0"/>
                  </a:moveTo>
                  <a:lnTo>
                    <a:pt x="4919" y="5539"/>
                  </a:lnTo>
                  <a:lnTo>
                    <a:pt x="0" y="5539"/>
                  </a:lnTo>
                  <a:lnTo>
                    <a:pt x="0" y="5805"/>
                  </a:lnTo>
                  <a:lnTo>
                    <a:pt x="5030" y="5805"/>
                  </a:lnTo>
                  <a:lnTo>
                    <a:pt x="10569" y="266"/>
                  </a:lnTo>
                  <a:lnTo>
                    <a:pt x="25369" y="266"/>
                  </a:lnTo>
                  <a:cubicBezTo>
                    <a:pt x="25369" y="178"/>
                    <a:pt x="25392" y="89"/>
                    <a:pt x="2543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4"/>
            <p:cNvSpPr/>
            <p:nvPr/>
          </p:nvSpPr>
          <p:spPr>
            <a:xfrm>
              <a:off x="851795" y="2077096"/>
              <a:ext cx="98752" cy="98752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1529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43" y="2792"/>
                    <a:pt x="266" y="2216"/>
                    <a:pt x="266" y="1530"/>
                  </a:cubicBezTo>
                  <a:cubicBezTo>
                    <a:pt x="266" y="843"/>
                    <a:pt x="843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1" y="688"/>
                    <a:pt x="1" y="1530"/>
                  </a:cubicBezTo>
                  <a:cubicBezTo>
                    <a:pt x="1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4"/>
            <p:cNvSpPr/>
            <p:nvPr/>
          </p:nvSpPr>
          <p:spPr>
            <a:xfrm>
              <a:off x="1770205" y="1919040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0"/>
                  </a:moveTo>
                  <a:cubicBezTo>
                    <a:pt x="864" y="0"/>
                    <a:pt x="288" y="421"/>
                    <a:pt x="89" y="1019"/>
                  </a:cubicBezTo>
                  <a:lnTo>
                    <a:pt x="377" y="1019"/>
                  </a:lnTo>
                  <a:cubicBezTo>
                    <a:pt x="576" y="576"/>
                    <a:pt x="1020" y="288"/>
                    <a:pt x="1529" y="288"/>
                  </a:cubicBez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70"/>
                    <a:pt x="1529" y="2770"/>
                  </a:cubicBezTo>
                  <a:cubicBezTo>
                    <a:pt x="842" y="2770"/>
                    <a:pt x="266" y="2216"/>
                    <a:pt x="266" y="1529"/>
                  </a:cubicBezTo>
                  <a:cubicBezTo>
                    <a:pt x="266" y="1440"/>
                    <a:pt x="288" y="1374"/>
                    <a:pt x="288" y="1285"/>
                  </a:cubicBezTo>
                  <a:lnTo>
                    <a:pt x="22" y="1285"/>
                  </a:lnTo>
                  <a:cubicBezTo>
                    <a:pt x="0" y="1374"/>
                    <a:pt x="0" y="1440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4"/>
            <p:cNvSpPr/>
            <p:nvPr/>
          </p:nvSpPr>
          <p:spPr>
            <a:xfrm>
              <a:off x="1770915" y="1951936"/>
              <a:ext cx="11460" cy="8619"/>
            </a:xfrm>
            <a:custGeom>
              <a:avLst/>
              <a:gdLst/>
              <a:ahLst/>
              <a:cxnLst/>
              <a:rect l="l" t="t" r="r" b="b"/>
              <a:pathLst>
                <a:path w="355" h="267" extrusionOk="0">
                  <a:moveTo>
                    <a:pt x="67" y="0"/>
                  </a:moveTo>
                  <a:cubicBezTo>
                    <a:pt x="23" y="89"/>
                    <a:pt x="0" y="178"/>
                    <a:pt x="0" y="266"/>
                  </a:cubicBezTo>
                  <a:lnTo>
                    <a:pt x="266" y="266"/>
                  </a:lnTo>
                  <a:cubicBezTo>
                    <a:pt x="289" y="178"/>
                    <a:pt x="333" y="89"/>
                    <a:pt x="35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6" name="Google Shape;1596;p24"/>
          <p:cNvGrpSpPr/>
          <p:nvPr/>
        </p:nvGrpSpPr>
        <p:grpSpPr>
          <a:xfrm rot="10800000">
            <a:off x="3213165" y="4591931"/>
            <a:ext cx="819137" cy="1183093"/>
            <a:chOff x="4312241" y="155173"/>
            <a:chExt cx="711736" cy="1027883"/>
          </a:xfrm>
        </p:grpSpPr>
        <p:sp>
          <p:nvSpPr>
            <p:cNvPr id="1597" name="Google Shape;1597;p24"/>
            <p:cNvSpPr/>
            <p:nvPr/>
          </p:nvSpPr>
          <p:spPr>
            <a:xfrm>
              <a:off x="4714225" y="243176"/>
              <a:ext cx="251803" cy="689522"/>
            </a:xfrm>
            <a:custGeom>
              <a:avLst/>
              <a:gdLst/>
              <a:ahLst/>
              <a:cxnLst/>
              <a:rect l="l" t="t" r="r" b="b"/>
              <a:pathLst>
                <a:path w="7800" h="21359" extrusionOk="0">
                  <a:moveTo>
                    <a:pt x="7600" y="0"/>
                  </a:moveTo>
                  <a:lnTo>
                    <a:pt x="1" y="7600"/>
                  </a:lnTo>
                  <a:lnTo>
                    <a:pt x="1" y="21359"/>
                  </a:lnTo>
                  <a:lnTo>
                    <a:pt x="267" y="21359"/>
                  </a:lnTo>
                  <a:lnTo>
                    <a:pt x="267" y="7733"/>
                  </a:lnTo>
                  <a:lnTo>
                    <a:pt x="7800" y="200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4"/>
            <p:cNvSpPr/>
            <p:nvPr/>
          </p:nvSpPr>
          <p:spPr>
            <a:xfrm>
              <a:off x="4948113" y="190942"/>
              <a:ext cx="75864" cy="75154"/>
            </a:xfrm>
            <a:custGeom>
              <a:avLst/>
              <a:gdLst/>
              <a:ahLst/>
              <a:cxnLst/>
              <a:rect l="l" t="t" r="r" b="b"/>
              <a:pathLst>
                <a:path w="2350" h="2328" extrusionOk="0">
                  <a:moveTo>
                    <a:pt x="1175" y="267"/>
                  </a:moveTo>
                  <a:cubicBezTo>
                    <a:pt x="1663" y="267"/>
                    <a:pt x="2061" y="665"/>
                    <a:pt x="2061" y="1175"/>
                  </a:cubicBezTo>
                  <a:cubicBezTo>
                    <a:pt x="2061" y="1662"/>
                    <a:pt x="1663" y="2061"/>
                    <a:pt x="1175" y="2061"/>
                  </a:cubicBezTo>
                  <a:cubicBezTo>
                    <a:pt x="666" y="2061"/>
                    <a:pt x="267" y="1662"/>
                    <a:pt x="267" y="1175"/>
                  </a:cubicBezTo>
                  <a:cubicBezTo>
                    <a:pt x="267" y="665"/>
                    <a:pt x="666" y="267"/>
                    <a:pt x="1175" y="267"/>
                  </a:cubicBezTo>
                  <a:close/>
                  <a:moveTo>
                    <a:pt x="1175" y="1"/>
                  </a:moveTo>
                  <a:cubicBezTo>
                    <a:pt x="533" y="1"/>
                    <a:pt x="1" y="510"/>
                    <a:pt x="1" y="1175"/>
                  </a:cubicBezTo>
                  <a:cubicBezTo>
                    <a:pt x="1" y="1818"/>
                    <a:pt x="533" y="2327"/>
                    <a:pt x="1175" y="2327"/>
                  </a:cubicBezTo>
                  <a:cubicBezTo>
                    <a:pt x="1818" y="2327"/>
                    <a:pt x="2349" y="1818"/>
                    <a:pt x="2349" y="1175"/>
                  </a:cubicBezTo>
                  <a:cubicBezTo>
                    <a:pt x="2349" y="510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4"/>
            <p:cNvSpPr/>
            <p:nvPr/>
          </p:nvSpPr>
          <p:spPr>
            <a:xfrm>
              <a:off x="4680619" y="926957"/>
              <a:ext cx="75832" cy="75864"/>
            </a:xfrm>
            <a:custGeom>
              <a:avLst/>
              <a:gdLst/>
              <a:ahLst/>
              <a:cxnLst/>
              <a:rect l="l" t="t" r="r" b="b"/>
              <a:pathLst>
                <a:path w="2349" h="2350" extrusionOk="0">
                  <a:moveTo>
                    <a:pt x="1175" y="289"/>
                  </a:moveTo>
                  <a:cubicBezTo>
                    <a:pt x="1662" y="289"/>
                    <a:pt x="2061" y="687"/>
                    <a:pt x="2061" y="1175"/>
                  </a:cubicBezTo>
                  <a:cubicBezTo>
                    <a:pt x="2061" y="1662"/>
                    <a:pt x="1662" y="2061"/>
                    <a:pt x="1175" y="2061"/>
                  </a:cubicBezTo>
                  <a:cubicBezTo>
                    <a:pt x="687" y="2061"/>
                    <a:pt x="288" y="1662"/>
                    <a:pt x="288" y="1175"/>
                  </a:cubicBezTo>
                  <a:cubicBezTo>
                    <a:pt x="288" y="687"/>
                    <a:pt x="687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2" y="1"/>
                    <a:pt x="0" y="532"/>
                    <a:pt x="0" y="1175"/>
                  </a:cubicBezTo>
                  <a:cubicBezTo>
                    <a:pt x="0" y="1817"/>
                    <a:pt x="532" y="2349"/>
                    <a:pt x="1175" y="2349"/>
                  </a:cubicBezTo>
                  <a:cubicBezTo>
                    <a:pt x="1817" y="2349"/>
                    <a:pt x="2349" y="1817"/>
                    <a:pt x="2349" y="1175"/>
                  </a:cubicBezTo>
                  <a:cubicBezTo>
                    <a:pt x="2349" y="532"/>
                    <a:pt x="1817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4"/>
            <p:cNvSpPr/>
            <p:nvPr/>
          </p:nvSpPr>
          <p:spPr>
            <a:xfrm>
              <a:off x="4521110" y="221708"/>
              <a:ext cx="252514" cy="803996"/>
            </a:xfrm>
            <a:custGeom>
              <a:avLst/>
              <a:gdLst/>
              <a:ahLst/>
              <a:cxnLst/>
              <a:rect l="l" t="t" r="r" b="b"/>
              <a:pathLst>
                <a:path w="7822" h="24905" extrusionOk="0">
                  <a:moveTo>
                    <a:pt x="7622" y="0"/>
                  </a:moveTo>
                  <a:lnTo>
                    <a:pt x="1" y="7600"/>
                  </a:lnTo>
                  <a:lnTo>
                    <a:pt x="1" y="24904"/>
                  </a:lnTo>
                  <a:lnTo>
                    <a:pt x="289" y="24904"/>
                  </a:lnTo>
                  <a:lnTo>
                    <a:pt x="289" y="7733"/>
                  </a:lnTo>
                  <a:lnTo>
                    <a:pt x="7822" y="200"/>
                  </a:lnTo>
                  <a:lnTo>
                    <a:pt x="762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4"/>
            <p:cNvSpPr/>
            <p:nvPr/>
          </p:nvSpPr>
          <p:spPr>
            <a:xfrm>
              <a:off x="4754998" y="169507"/>
              <a:ext cx="75864" cy="75121"/>
            </a:xfrm>
            <a:custGeom>
              <a:avLst/>
              <a:gdLst/>
              <a:ahLst/>
              <a:cxnLst/>
              <a:rect l="l" t="t" r="r" b="b"/>
              <a:pathLst>
                <a:path w="2350" h="2327" extrusionOk="0">
                  <a:moveTo>
                    <a:pt x="1175" y="266"/>
                  </a:moveTo>
                  <a:cubicBezTo>
                    <a:pt x="1662" y="266"/>
                    <a:pt x="2083" y="665"/>
                    <a:pt x="2083" y="1174"/>
                  </a:cubicBezTo>
                  <a:cubicBezTo>
                    <a:pt x="2083" y="1662"/>
                    <a:pt x="1662" y="2061"/>
                    <a:pt x="1175" y="2061"/>
                  </a:cubicBezTo>
                  <a:cubicBezTo>
                    <a:pt x="687" y="2061"/>
                    <a:pt x="289" y="1662"/>
                    <a:pt x="289" y="1174"/>
                  </a:cubicBezTo>
                  <a:cubicBezTo>
                    <a:pt x="289" y="665"/>
                    <a:pt x="687" y="266"/>
                    <a:pt x="1175" y="266"/>
                  </a:cubicBezTo>
                  <a:close/>
                  <a:moveTo>
                    <a:pt x="1175" y="0"/>
                  </a:moveTo>
                  <a:cubicBezTo>
                    <a:pt x="532" y="0"/>
                    <a:pt x="1" y="510"/>
                    <a:pt x="1" y="1174"/>
                  </a:cubicBezTo>
                  <a:cubicBezTo>
                    <a:pt x="1" y="1817"/>
                    <a:pt x="532" y="2326"/>
                    <a:pt x="1175" y="2326"/>
                  </a:cubicBezTo>
                  <a:cubicBezTo>
                    <a:pt x="1817" y="2326"/>
                    <a:pt x="2349" y="1817"/>
                    <a:pt x="2349" y="1174"/>
                  </a:cubicBezTo>
                  <a:cubicBezTo>
                    <a:pt x="2349" y="510"/>
                    <a:pt x="1817" y="0"/>
                    <a:pt x="117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4"/>
            <p:cNvSpPr/>
            <p:nvPr/>
          </p:nvSpPr>
          <p:spPr>
            <a:xfrm>
              <a:off x="4488214" y="1019932"/>
              <a:ext cx="75121" cy="75864"/>
            </a:xfrm>
            <a:custGeom>
              <a:avLst/>
              <a:gdLst/>
              <a:ahLst/>
              <a:cxnLst/>
              <a:rect l="l" t="t" r="r" b="b"/>
              <a:pathLst>
                <a:path w="2327" h="2350" extrusionOk="0">
                  <a:moveTo>
                    <a:pt x="1152" y="289"/>
                  </a:moveTo>
                  <a:cubicBezTo>
                    <a:pt x="1662" y="289"/>
                    <a:pt x="2061" y="688"/>
                    <a:pt x="2061" y="1175"/>
                  </a:cubicBezTo>
                  <a:cubicBezTo>
                    <a:pt x="2061" y="1663"/>
                    <a:pt x="1662" y="2061"/>
                    <a:pt x="1152" y="2061"/>
                  </a:cubicBezTo>
                  <a:cubicBezTo>
                    <a:pt x="665" y="2061"/>
                    <a:pt x="266" y="1663"/>
                    <a:pt x="266" y="1175"/>
                  </a:cubicBezTo>
                  <a:cubicBezTo>
                    <a:pt x="266" y="688"/>
                    <a:pt x="665" y="289"/>
                    <a:pt x="1152" y="289"/>
                  </a:cubicBezTo>
                  <a:close/>
                  <a:moveTo>
                    <a:pt x="1152" y="1"/>
                  </a:moveTo>
                  <a:cubicBezTo>
                    <a:pt x="510" y="1"/>
                    <a:pt x="0" y="533"/>
                    <a:pt x="0" y="1175"/>
                  </a:cubicBezTo>
                  <a:cubicBezTo>
                    <a:pt x="0" y="1818"/>
                    <a:pt x="510" y="2349"/>
                    <a:pt x="1152" y="2349"/>
                  </a:cubicBezTo>
                  <a:cubicBezTo>
                    <a:pt x="1817" y="2349"/>
                    <a:pt x="2327" y="1818"/>
                    <a:pt x="2327" y="1175"/>
                  </a:cubicBezTo>
                  <a:cubicBezTo>
                    <a:pt x="2327" y="533"/>
                    <a:pt x="1817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4"/>
            <p:cNvSpPr/>
            <p:nvPr/>
          </p:nvSpPr>
          <p:spPr>
            <a:xfrm>
              <a:off x="4343006" y="208117"/>
              <a:ext cx="251804" cy="906977"/>
            </a:xfrm>
            <a:custGeom>
              <a:avLst/>
              <a:gdLst/>
              <a:ahLst/>
              <a:cxnLst/>
              <a:rect l="l" t="t" r="r" b="b"/>
              <a:pathLst>
                <a:path w="7800" h="28095" extrusionOk="0">
                  <a:moveTo>
                    <a:pt x="7600" y="0"/>
                  </a:moveTo>
                  <a:lnTo>
                    <a:pt x="1" y="7600"/>
                  </a:lnTo>
                  <a:lnTo>
                    <a:pt x="1" y="28095"/>
                  </a:lnTo>
                  <a:lnTo>
                    <a:pt x="289" y="28095"/>
                  </a:lnTo>
                  <a:lnTo>
                    <a:pt x="289" y="7711"/>
                  </a:lnTo>
                  <a:lnTo>
                    <a:pt x="7800" y="200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4"/>
            <p:cNvSpPr/>
            <p:nvPr/>
          </p:nvSpPr>
          <p:spPr>
            <a:xfrm>
              <a:off x="4576894" y="155173"/>
              <a:ext cx="75864" cy="75864"/>
            </a:xfrm>
            <a:custGeom>
              <a:avLst/>
              <a:gdLst/>
              <a:ahLst/>
              <a:cxnLst/>
              <a:rect l="l" t="t" r="r" b="b"/>
              <a:pathLst>
                <a:path w="2350" h="2350" extrusionOk="0">
                  <a:moveTo>
                    <a:pt x="1175" y="289"/>
                  </a:moveTo>
                  <a:cubicBezTo>
                    <a:pt x="1662" y="289"/>
                    <a:pt x="2061" y="688"/>
                    <a:pt x="2061" y="1175"/>
                  </a:cubicBezTo>
                  <a:cubicBezTo>
                    <a:pt x="2061" y="1663"/>
                    <a:pt x="1662" y="2084"/>
                    <a:pt x="1175" y="2084"/>
                  </a:cubicBezTo>
                  <a:cubicBezTo>
                    <a:pt x="688" y="2084"/>
                    <a:pt x="267" y="1663"/>
                    <a:pt x="267" y="1175"/>
                  </a:cubicBezTo>
                  <a:cubicBezTo>
                    <a:pt x="267" y="688"/>
                    <a:pt x="688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2" y="1"/>
                    <a:pt x="1" y="533"/>
                    <a:pt x="1" y="1175"/>
                  </a:cubicBezTo>
                  <a:cubicBezTo>
                    <a:pt x="1" y="1818"/>
                    <a:pt x="532" y="2349"/>
                    <a:pt x="1175" y="2349"/>
                  </a:cubicBezTo>
                  <a:cubicBezTo>
                    <a:pt x="1818" y="2349"/>
                    <a:pt x="2349" y="1818"/>
                    <a:pt x="2349" y="1175"/>
                  </a:cubicBezTo>
                  <a:cubicBezTo>
                    <a:pt x="2349" y="533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4"/>
            <p:cNvSpPr/>
            <p:nvPr/>
          </p:nvSpPr>
          <p:spPr>
            <a:xfrm>
              <a:off x="4312241" y="1107192"/>
              <a:ext cx="75864" cy="75864"/>
            </a:xfrm>
            <a:custGeom>
              <a:avLst/>
              <a:gdLst/>
              <a:ahLst/>
              <a:cxnLst/>
              <a:rect l="l" t="t" r="r" b="b"/>
              <a:pathLst>
                <a:path w="2350" h="2350" extrusionOk="0">
                  <a:moveTo>
                    <a:pt x="1175" y="289"/>
                  </a:moveTo>
                  <a:cubicBezTo>
                    <a:pt x="1685" y="289"/>
                    <a:pt x="2084" y="688"/>
                    <a:pt x="2084" y="1175"/>
                  </a:cubicBezTo>
                  <a:cubicBezTo>
                    <a:pt x="2084" y="1685"/>
                    <a:pt x="1685" y="2084"/>
                    <a:pt x="1175" y="2084"/>
                  </a:cubicBezTo>
                  <a:cubicBezTo>
                    <a:pt x="688" y="2084"/>
                    <a:pt x="289" y="1685"/>
                    <a:pt x="289" y="1175"/>
                  </a:cubicBezTo>
                  <a:cubicBezTo>
                    <a:pt x="289" y="688"/>
                    <a:pt x="688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3" y="1"/>
                    <a:pt x="1" y="533"/>
                    <a:pt x="1" y="1175"/>
                  </a:cubicBezTo>
                  <a:cubicBezTo>
                    <a:pt x="1" y="1840"/>
                    <a:pt x="533" y="2349"/>
                    <a:pt x="1175" y="2349"/>
                  </a:cubicBezTo>
                  <a:cubicBezTo>
                    <a:pt x="1818" y="2349"/>
                    <a:pt x="2349" y="1840"/>
                    <a:pt x="2349" y="1175"/>
                  </a:cubicBezTo>
                  <a:cubicBezTo>
                    <a:pt x="2349" y="533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6" name="Google Shape;1606;p24"/>
          <p:cNvGrpSpPr/>
          <p:nvPr/>
        </p:nvGrpSpPr>
        <p:grpSpPr>
          <a:xfrm>
            <a:off x="8581738" y="402022"/>
            <a:ext cx="1178127" cy="1094369"/>
            <a:chOff x="7825118" y="4065849"/>
            <a:chExt cx="1178127" cy="1094369"/>
          </a:xfrm>
        </p:grpSpPr>
        <p:sp>
          <p:nvSpPr>
            <p:cNvPr id="1607" name="Google Shape;1607;p24"/>
            <p:cNvSpPr/>
            <p:nvPr/>
          </p:nvSpPr>
          <p:spPr>
            <a:xfrm>
              <a:off x="7911327" y="4137684"/>
              <a:ext cx="1091918" cy="1022534"/>
            </a:xfrm>
            <a:custGeom>
              <a:avLst/>
              <a:gdLst/>
              <a:ahLst/>
              <a:cxnLst/>
              <a:rect l="l" t="t" r="r" b="b"/>
              <a:pathLst>
                <a:path w="30310" h="28384" extrusionOk="0">
                  <a:moveTo>
                    <a:pt x="0" y="1"/>
                  </a:moveTo>
                  <a:lnTo>
                    <a:pt x="0" y="776"/>
                  </a:lnTo>
                  <a:lnTo>
                    <a:pt x="11012" y="776"/>
                  </a:lnTo>
                  <a:lnTo>
                    <a:pt x="29512" y="19299"/>
                  </a:lnTo>
                  <a:lnTo>
                    <a:pt x="29512" y="28383"/>
                  </a:lnTo>
                  <a:lnTo>
                    <a:pt x="30310" y="28383"/>
                  </a:lnTo>
                  <a:lnTo>
                    <a:pt x="30310" y="18967"/>
                  </a:lnTo>
                  <a:lnTo>
                    <a:pt x="113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24"/>
            <p:cNvSpPr/>
            <p:nvPr/>
          </p:nvSpPr>
          <p:spPr>
            <a:xfrm>
              <a:off x="7825118" y="4065849"/>
              <a:ext cx="172416" cy="171659"/>
            </a:xfrm>
            <a:custGeom>
              <a:avLst/>
              <a:gdLst/>
              <a:ahLst/>
              <a:cxnLst/>
              <a:rect l="l" t="t" r="r" b="b"/>
              <a:pathLst>
                <a:path w="4786" h="4765" extrusionOk="0">
                  <a:moveTo>
                    <a:pt x="2393" y="1"/>
                  </a:moveTo>
                  <a:cubicBezTo>
                    <a:pt x="1086" y="1"/>
                    <a:pt x="0" y="1064"/>
                    <a:pt x="0" y="2372"/>
                  </a:cubicBezTo>
                  <a:cubicBezTo>
                    <a:pt x="0" y="3701"/>
                    <a:pt x="1086" y="4764"/>
                    <a:pt x="2393" y="4764"/>
                  </a:cubicBezTo>
                  <a:cubicBezTo>
                    <a:pt x="3722" y="4764"/>
                    <a:pt x="4786" y="3701"/>
                    <a:pt x="4786" y="2372"/>
                  </a:cubicBezTo>
                  <a:cubicBezTo>
                    <a:pt x="4786" y="1064"/>
                    <a:pt x="3722" y="1"/>
                    <a:pt x="23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9" name="Google Shape;1609;p24"/>
          <p:cNvGrpSpPr/>
          <p:nvPr/>
        </p:nvGrpSpPr>
        <p:grpSpPr>
          <a:xfrm flipH="1">
            <a:off x="-91404" y="4572022"/>
            <a:ext cx="1178127" cy="1094369"/>
            <a:chOff x="7825118" y="4065849"/>
            <a:chExt cx="1178127" cy="1094369"/>
          </a:xfrm>
        </p:grpSpPr>
        <p:sp>
          <p:nvSpPr>
            <p:cNvPr id="1610" name="Google Shape;1610;p24"/>
            <p:cNvSpPr/>
            <p:nvPr/>
          </p:nvSpPr>
          <p:spPr>
            <a:xfrm>
              <a:off x="7911327" y="4137684"/>
              <a:ext cx="1091918" cy="1022534"/>
            </a:xfrm>
            <a:custGeom>
              <a:avLst/>
              <a:gdLst/>
              <a:ahLst/>
              <a:cxnLst/>
              <a:rect l="l" t="t" r="r" b="b"/>
              <a:pathLst>
                <a:path w="30310" h="28384" extrusionOk="0">
                  <a:moveTo>
                    <a:pt x="0" y="1"/>
                  </a:moveTo>
                  <a:lnTo>
                    <a:pt x="0" y="776"/>
                  </a:lnTo>
                  <a:lnTo>
                    <a:pt x="11012" y="776"/>
                  </a:lnTo>
                  <a:lnTo>
                    <a:pt x="29512" y="19299"/>
                  </a:lnTo>
                  <a:lnTo>
                    <a:pt x="29512" y="28383"/>
                  </a:lnTo>
                  <a:lnTo>
                    <a:pt x="30310" y="28383"/>
                  </a:lnTo>
                  <a:lnTo>
                    <a:pt x="30310" y="18967"/>
                  </a:lnTo>
                  <a:lnTo>
                    <a:pt x="113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24"/>
            <p:cNvSpPr/>
            <p:nvPr/>
          </p:nvSpPr>
          <p:spPr>
            <a:xfrm>
              <a:off x="7825118" y="4065849"/>
              <a:ext cx="172416" cy="171659"/>
            </a:xfrm>
            <a:custGeom>
              <a:avLst/>
              <a:gdLst/>
              <a:ahLst/>
              <a:cxnLst/>
              <a:rect l="l" t="t" r="r" b="b"/>
              <a:pathLst>
                <a:path w="4786" h="4765" extrusionOk="0">
                  <a:moveTo>
                    <a:pt x="2393" y="1"/>
                  </a:moveTo>
                  <a:cubicBezTo>
                    <a:pt x="1086" y="1"/>
                    <a:pt x="0" y="1064"/>
                    <a:pt x="0" y="2372"/>
                  </a:cubicBezTo>
                  <a:cubicBezTo>
                    <a:pt x="0" y="3701"/>
                    <a:pt x="1086" y="4764"/>
                    <a:pt x="2393" y="4764"/>
                  </a:cubicBezTo>
                  <a:cubicBezTo>
                    <a:pt x="3722" y="4764"/>
                    <a:pt x="4786" y="3701"/>
                    <a:pt x="4786" y="2372"/>
                  </a:cubicBezTo>
                  <a:cubicBezTo>
                    <a:pt x="4786" y="1064"/>
                    <a:pt x="3722" y="1"/>
                    <a:pt x="2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2" name="Google Shape;1612;p24"/>
          <p:cNvGrpSpPr/>
          <p:nvPr/>
        </p:nvGrpSpPr>
        <p:grpSpPr>
          <a:xfrm>
            <a:off x="7789375" y="4193983"/>
            <a:ext cx="1178136" cy="679753"/>
            <a:chOff x="2176527" y="4297299"/>
            <a:chExt cx="1178136" cy="679753"/>
          </a:xfrm>
        </p:grpSpPr>
        <p:sp>
          <p:nvSpPr>
            <p:cNvPr id="1613" name="Google Shape;1613;p24"/>
            <p:cNvSpPr/>
            <p:nvPr/>
          </p:nvSpPr>
          <p:spPr>
            <a:xfrm>
              <a:off x="2892971" y="4297299"/>
              <a:ext cx="461692" cy="407329"/>
            </a:xfrm>
            <a:custGeom>
              <a:avLst/>
              <a:gdLst/>
              <a:ahLst/>
              <a:cxnLst/>
              <a:rect l="l" t="t" r="r" b="b"/>
              <a:pathLst>
                <a:path w="12807" h="11299" extrusionOk="0">
                  <a:moveTo>
                    <a:pt x="6403" y="353"/>
                  </a:moveTo>
                  <a:cubicBezTo>
                    <a:pt x="7511" y="353"/>
                    <a:pt x="8641" y="707"/>
                    <a:pt x="9594" y="1416"/>
                  </a:cubicBezTo>
                  <a:cubicBezTo>
                    <a:pt x="11920" y="3167"/>
                    <a:pt x="12408" y="6512"/>
                    <a:pt x="10635" y="8839"/>
                  </a:cubicBezTo>
                  <a:cubicBezTo>
                    <a:pt x="9601" y="10226"/>
                    <a:pt x="8011" y="10956"/>
                    <a:pt x="6403" y="10956"/>
                  </a:cubicBezTo>
                  <a:cubicBezTo>
                    <a:pt x="5288" y="10956"/>
                    <a:pt x="4165" y="10606"/>
                    <a:pt x="3213" y="9880"/>
                  </a:cubicBezTo>
                  <a:cubicBezTo>
                    <a:pt x="864" y="8130"/>
                    <a:pt x="399" y="4806"/>
                    <a:pt x="2172" y="2458"/>
                  </a:cubicBezTo>
                  <a:cubicBezTo>
                    <a:pt x="3213" y="1084"/>
                    <a:pt x="4808" y="353"/>
                    <a:pt x="6403" y="353"/>
                  </a:cubicBezTo>
                  <a:close/>
                  <a:moveTo>
                    <a:pt x="6415" y="1"/>
                  </a:moveTo>
                  <a:cubicBezTo>
                    <a:pt x="4696" y="1"/>
                    <a:pt x="2998" y="776"/>
                    <a:pt x="1884" y="2258"/>
                  </a:cubicBezTo>
                  <a:cubicBezTo>
                    <a:pt x="0" y="4740"/>
                    <a:pt x="510" y="8285"/>
                    <a:pt x="2991" y="10168"/>
                  </a:cubicBezTo>
                  <a:cubicBezTo>
                    <a:pt x="4011" y="10944"/>
                    <a:pt x="5207" y="11298"/>
                    <a:pt x="6403" y="11298"/>
                  </a:cubicBezTo>
                  <a:cubicBezTo>
                    <a:pt x="8109" y="11298"/>
                    <a:pt x="9816" y="10523"/>
                    <a:pt x="10923" y="9060"/>
                  </a:cubicBezTo>
                  <a:cubicBezTo>
                    <a:pt x="12807" y="6557"/>
                    <a:pt x="12297" y="3012"/>
                    <a:pt x="9816" y="1128"/>
                  </a:cubicBezTo>
                  <a:cubicBezTo>
                    <a:pt x="8794" y="369"/>
                    <a:pt x="7599" y="1"/>
                    <a:pt x="641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24"/>
            <p:cNvSpPr/>
            <p:nvPr/>
          </p:nvSpPr>
          <p:spPr>
            <a:xfrm>
              <a:off x="2957644" y="4356096"/>
              <a:ext cx="330723" cy="292402"/>
            </a:xfrm>
            <a:custGeom>
              <a:avLst/>
              <a:gdLst/>
              <a:ahLst/>
              <a:cxnLst/>
              <a:rect l="l" t="t" r="r" b="b"/>
              <a:pathLst>
                <a:path w="9174" h="8111" extrusionOk="0">
                  <a:moveTo>
                    <a:pt x="4593" y="0"/>
                  </a:moveTo>
                  <a:cubicBezTo>
                    <a:pt x="3365" y="0"/>
                    <a:pt x="2153" y="553"/>
                    <a:pt x="1352" y="1602"/>
                  </a:cubicBezTo>
                  <a:cubicBezTo>
                    <a:pt x="1" y="3397"/>
                    <a:pt x="355" y="5945"/>
                    <a:pt x="2150" y="7296"/>
                  </a:cubicBezTo>
                  <a:cubicBezTo>
                    <a:pt x="2880" y="7846"/>
                    <a:pt x="3732" y="8110"/>
                    <a:pt x="4576" y="8110"/>
                  </a:cubicBezTo>
                  <a:cubicBezTo>
                    <a:pt x="5806" y="8110"/>
                    <a:pt x="7021" y="7550"/>
                    <a:pt x="7822" y="6499"/>
                  </a:cubicBezTo>
                  <a:cubicBezTo>
                    <a:pt x="9174" y="4704"/>
                    <a:pt x="8819" y="2156"/>
                    <a:pt x="7024" y="805"/>
                  </a:cubicBezTo>
                  <a:cubicBezTo>
                    <a:pt x="6293" y="262"/>
                    <a:pt x="5439" y="0"/>
                    <a:pt x="45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4"/>
            <p:cNvSpPr/>
            <p:nvPr/>
          </p:nvSpPr>
          <p:spPr>
            <a:xfrm>
              <a:off x="3054292" y="4436199"/>
              <a:ext cx="138216" cy="130032"/>
            </a:xfrm>
            <a:custGeom>
              <a:avLst/>
              <a:gdLst/>
              <a:ahLst/>
              <a:cxnLst/>
              <a:rect l="l" t="t" r="r" b="b"/>
              <a:pathLst>
                <a:path w="3834" h="3607" extrusionOk="0">
                  <a:moveTo>
                    <a:pt x="1944" y="1"/>
                  </a:moveTo>
                  <a:cubicBezTo>
                    <a:pt x="1851" y="1"/>
                    <a:pt x="1757" y="8"/>
                    <a:pt x="1663" y="23"/>
                  </a:cubicBezTo>
                  <a:cubicBezTo>
                    <a:pt x="688" y="156"/>
                    <a:pt x="1" y="1064"/>
                    <a:pt x="134" y="2061"/>
                  </a:cubicBezTo>
                  <a:cubicBezTo>
                    <a:pt x="276" y="2955"/>
                    <a:pt x="1051" y="3606"/>
                    <a:pt x="1930" y="3606"/>
                  </a:cubicBezTo>
                  <a:cubicBezTo>
                    <a:pt x="2010" y="3606"/>
                    <a:pt x="2091" y="3601"/>
                    <a:pt x="2172" y="3590"/>
                  </a:cubicBezTo>
                  <a:cubicBezTo>
                    <a:pt x="3169" y="3435"/>
                    <a:pt x="3834" y="2526"/>
                    <a:pt x="3701" y="1551"/>
                  </a:cubicBezTo>
                  <a:cubicBezTo>
                    <a:pt x="3581" y="649"/>
                    <a:pt x="2825" y="1"/>
                    <a:pt x="1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4"/>
            <p:cNvSpPr/>
            <p:nvPr/>
          </p:nvSpPr>
          <p:spPr>
            <a:xfrm>
              <a:off x="2176527" y="4847200"/>
              <a:ext cx="146976" cy="129852"/>
            </a:xfrm>
            <a:custGeom>
              <a:avLst/>
              <a:gdLst/>
              <a:ahLst/>
              <a:cxnLst/>
              <a:rect l="l" t="t" r="r" b="b"/>
              <a:pathLst>
                <a:path w="4077" h="3602" extrusionOk="0">
                  <a:moveTo>
                    <a:pt x="2037" y="1"/>
                  </a:moveTo>
                  <a:cubicBezTo>
                    <a:pt x="1490" y="1"/>
                    <a:pt x="952" y="248"/>
                    <a:pt x="598" y="719"/>
                  </a:cubicBezTo>
                  <a:cubicBezTo>
                    <a:pt x="0" y="1517"/>
                    <a:pt x="177" y="2647"/>
                    <a:pt x="953" y="3245"/>
                  </a:cubicBezTo>
                  <a:cubicBezTo>
                    <a:pt x="1275" y="3487"/>
                    <a:pt x="1652" y="3602"/>
                    <a:pt x="2026" y="3602"/>
                  </a:cubicBezTo>
                  <a:cubicBezTo>
                    <a:pt x="2577" y="3602"/>
                    <a:pt x="3122" y="3352"/>
                    <a:pt x="3479" y="2890"/>
                  </a:cubicBezTo>
                  <a:cubicBezTo>
                    <a:pt x="4077" y="2093"/>
                    <a:pt x="3922" y="963"/>
                    <a:pt x="3124" y="365"/>
                  </a:cubicBezTo>
                  <a:cubicBezTo>
                    <a:pt x="2798" y="120"/>
                    <a:pt x="2415" y="1"/>
                    <a:pt x="203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4"/>
            <p:cNvSpPr/>
            <p:nvPr/>
          </p:nvSpPr>
          <p:spPr>
            <a:xfrm>
              <a:off x="2249996" y="4637464"/>
              <a:ext cx="740467" cy="281190"/>
            </a:xfrm>
            <a:custGeom>
              <a:avLst/>
              <a:gdLst/>
              <a:ahLst/>
              <a:cxnLst/>
              <a:rect l="l" t="t" r="r" b="b"/>
              <a:pathLst>
                <a:path w="20540" h="7800" extrusionOk="0">
                  <a:moveTo>
                    <a:pt x="20296" y="1"/>
                  </a:moveTo>
                  <a:lnTo>
                    <a:pt x="12873" y="7445"/>
                  </a:lnTo>
                  <a:lnTo>
                    <a:pt x="0" y="7445"/>
                  </a:lnTo>
                  <a:lnTo>
                    <a:pt x="0" y="7800"/>
                  </a:lnTo>
                  <a:lnTo>
                    <a:pt x="13006" y="7800"/>
                  </a:lnTo>
                  <a:lnTo>
                    <a:pt x="20539" y="267"/>
                  </a:lnTo>
                  <a:lnTo>
                    <a:pt x="20296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8" name="Google Shape;1618;p24"/>
          <p:cNvGrpSpPr/>
          <p:nvPr/>
        </p:nvGrpSpPr>
        <p:grpSpPr>
          <a:xfrm rot="10800000">
            <a:off x="6722332" y="-304347"/>
            <a:ext cx="399902" cy="651901"/>
            <a:chOff x="8772496" y="3715501"/>
            <a:chExt cx="399902" cy="651901"/>
          </a:xfrm>
        </p:grpSpPr>
        <p:sp>
          <p:nvSpPr>
            <p:cNvPr id="1619" name="Google Shape;1619;p24"/>
            <p:cNvSpPr/>
            <p:nvPr/>
          </p:nvSpPr>
          <p:spPr>
            <a:xfrm>
              <a:off x="8838105" y="3859218"/>
              <a:ext cx="334293" cy="508184"/>
            </a:xfrm>
            <a:custGeom>
              <a:avLst/>
              <a:gdLst/>
              <a:ahLst/>
              <a:cxnLst/>
              <a:rect l="l" t="t" r="r" b="b"/>
              <a:pathLst>
                <a:path w="7113" h="10813" extrusionOk="0">
                  <a:moveTo>
                    <a:pt x="0" y="1"/>
                  </a:moveTo>
                  <a:lnTo>
                    <a:pt x="0" y="3723"/>
                  </a:lnTo>
                  <a:lnTo>
                    <a:pt x="7112" y="10813"/>
                  </a:lnTo>
                  <a:lnTo>
                    <a:pt x="7112" y="10436"/>
                  </a:lnTo>
                  <a:lnTo>
                    <a:pt x="288" y="3612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4"/>
            <p:cNvSpPr/>
            <p:nvPr/>
          </p:nvSpPr>
          <p:spPr>
            <a:xfrm>
              <a:off x="8772496" y="3715501"/>
              <a:ext cx="143718" cy="143765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89"/>
                  </a:moveTo>
                  <a:cubicBezTo>
                    <a:pt x="2216" y="289"/>
                    <a:pt x="2792" y="843"/>
                    <a:pt x="2792" y="1530"/>
                  </a:cubicBezTo>
                  <a:cubicBezTo>
                    <a:pt x="2792" y="2217"/>
                    <a:pt x="2216" y="2793"/>
                    <a:pt x="1529" y="2793"/>
                  </a:cubicBezTo>
                  <a:cubicBezTo>
                    <a:pt x="842" y="2793"/>
                    <a:pt x="288" y="2217"/>
                    <a:pt x="288" y="1530"/>
                  </a:cubicBezTo>
                  <a:cubicBezTo>
                    <a:pt x="288" y="843"/>
                    <a:pt x="842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8"/>
                    <a:pt x="0" y="1530"/>
                  </a:cubicBezTo>
                  <a:cubicBezTo>
                    <a:pt x="0" y="2327"/>
                    <a:pt x="621" y="2992"/>
                    <a:pt x="1396" y="3059"/>
                  </a:cubicBezTo>
                  <a:lnTo>
                    <a:pt x="1396" y="2926"/>
                  </a:lnTo>
                  <a:lnTo>
                    <a:pt x="1684" y="2926"/>
                  </a:lnTo>
                  <a:lnTo>
                    <a:pt x="1684" y="3059"/>
                  </a:lnTo>
                  <a:cubicBezTo>
                    <a:pt x="2460" y="2992"/>
                    <a:pt x="3058" y="2327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1" name="Google Shape;1621;p24"/>
          <p:cNvGrpSpPr/>
          <p:nvPr/>
        </p:nvGrpSpPr>
        <p:grpSpPr>
          <a:xfrm flipH="1">
            <a:off x="8542638" y="2603127"/>
            <a:ext cx="831921" cy="487879"/>
            <a:chOff x="-294886" y="1687485"/>
            <a:chExt cx="831921" cy="487879"/>
          </a:xfrm>
        </p:grpSpPr>
        <p:grpSp>
          <p:nvGrpSpPr>
            <p:cNvPr id="1622" name="Google Shape;1622;p24"/>
            <p:cNvGrpSpPr/>
            <p:nvPr/>
          </p:nvGrpSpPr>
          <p:grpSpPr>
            <a:xfrm rot="5400000">
              <a:off x="-85365" y="1781564"/>
              <a:ext cx="184279" cy="603321"/>
              <a:chOff x="3638102" y="4583399"/>
              <a:chExt cx="182798" cy="598473"/>
            </a:xfrm>
          </p:grpSpPr>
          <p:sp>
            <p:nvSpPr>
              <p:cNvPr id="1623" name="Google Shape;1623;p24"/>
              <p:cNvSpPr/>
              <p:nvPr/>
            </p:nvSpPr>
            <p:spPr>
              <a:xfrm>
                <a:off x="3710947" y="4755502"/>
                <a:ext cx="21214" cy="42637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7135" extrusionOk="0">
                    <a:moveTo>
                      <a:pt x="0" y="1"/>
                    </a:moveTo>
                    <a:lnTo>
                      <a:pt x="0" y="7135"/>
                    </a:lnTo>
                    <a:lnTo>
                      <a:pt x="355" y="7135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24"/>
              <p:cNvSpPr/>
              <p:nvPr/>
            </p:nvSpPr>
            <p:spPr>
              <a:xfrm>
                <a:off x="3638102" y="4583399"/>
                <a:ext cx="182798" cy="181424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1862" y="266"/>
                      <a:pt x="2172" y="399"/>
                      <a:pt x="2394" y="643"/>
                    </a:cubicBezTo>
                    <a:cubicBezTo>
                      <a:pt x="2638" y="864"/>
                      <a:pt x="2770" y="1175"/>
                      <a:pt x="2770" y="1507"/>
                    </a:cubicBezTo>
                    <a:cubicBezTo>
                      <a:pt x="2770" y="1839"/>
                      <a:pt x="2638" y="2172"/>
                      <a:pt x="2394" y="2393"/>
                    </a:cubicBezTo>
                    <a:cubicBezTo>
                      <a:pt x="2172" y="2637"/>
                      <a:pt x="1862" y="2770"/>
                      <a:pt x="1530" y="2770"/>
                    </a:cubicBezTo>
                    <a:cubicBezTo>
                      <a:pt x="1197" y="2770"/>
                      <a:pt x="865" y="2637"/>
                      <a:pt x="643" y="2393"/>
                    </a:cubicBezTo>
                    <a:cubicBezTo>
                      <a:pt x="400" y="2172"/>
                      <a:pt x="267" y="1839"/>
                      <a:pt x="267" y="1507"/>
                    </a:cubicBezTo>
                    <a:cubicBezTo>
                      <a:pt x="267" y="1175"/>
                      <a:pt x="400" y="864"/>
                      <a:pt x="643" y="643"/>
                    </a:cubicBezTo>
                    <a:cubicBezTo>
                      <a:pt x="865" y="399"/>
                      <a:pt x="1197" y="266"/>
                      <a:pt x="1530" y="266"/>
                    </a:cubicBezTo>
                    <a:close/>
                    <a:moveTo>
                      <a:pt x="1530" y="0"/>
                    </a:moveTo>
                    <a:cubicBezTo>
                      <a:pt x="1109" y="0"/>
                      <a:pt x="732" y="155"/>
                      <a:pt x="444" y="443"/>
                    </a:cubicBezTo>
                    <a:cubicBezTo>
                      <a:pt x="156" y="731"/>
                      <a:pt x="1" y="1108"/>
                      <a:pt x="1" y="1507"/>
                    </a:cubicBezTo>
                    <a:cubicBezTo>
                      <a:pt x="1" y="1928"/>
                      <a:pt x="156" y="2305"/>
                      <a:pt x="444" y="2593"/>
                    </a:cubicBezTo>
                    <a:cubicBezTo>
                      <a:pt x="732" y="2881"/>
                      <a:pt x="1109" y="3036"/>
                      <a:pt x="1530" y="3036"/>
                    </a:cubicBezTo>
                    <a:cubicBezTo>
                      <a:pt x="1928" y="3036"/>
                      <a:pt x="2305" y="2881"/>
                      <a:pt x="2593" y="2593"/>
                    </a:cubicBezTo>
                    <a:cubicBezTo>
                      <a:pt x="2881" y="2305"/>
                      <a:pt x="3058" y="1928"/>
                      <a:pt x="3058" y="1507"/>
                    </a:cubicBezTo>
                    <a:cubicBezTo>
                      <a:pt x="3058" y="1108"/>
                      <a:pt x="2881" y="731"/>
                      <a:pt x="2593" y="443"/>
                    </a:cubicBezTo>
                    <a:cubicBezTo>
                      <a:pt x="2305" y="155"/>
                      <a:pt x="1928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5" name="Google Shape;1625;p24"/>
            <p:cNvGrpSpPr/>
            <p:nvPr/>
          </p:nvGrpSpPr>
          <p:grpSpPr>
            <a:xfrm rot="5400000">
              <a:off x="143235" y="1477964"/>
              <a:ext cx="184279" cy="603321"/>
              <a:chOff x="3638102" y="4583399"/>
              <a:chExt cx="182798" cy="598473"/>
            </a:xfrm>
          </p:grpSpPr>
          <p:sp>
            <p:nvSpPr>
              <p:cNvPr id="1626" name="Google Shape;1626;p24"/>
              <p:cNvSpPr/>
              <p:nvPr/>
            </p:nvSpPr>
            <p:spPr>
              <a:xfrm>
                <a:off x="3710947" y="4755502"/>
                <a:ext cx="21214" cy="42637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7135" extrusionOk="0">
                    <a:moveTo>
                      <a:pt x="0" y="1"/>
                    </a:moveTo>
                    <a:lnTo>
                      <a:pt x="0" y="7135"/>
                    </a:lnTo>
                    <a:lnTo>
                      <a:pt x="355" y="7135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24"/>
              <p:cNvSpPr/>
              <p:nvPr/>
            </p:nvSpPr>
            <p:spPr>
              <a:xfrm>
                <a:off x="3638102" y="4583399"/>
                <a:ext cx="182798" cy="181424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1862" y="266"/>
                      <a:pt x="2172" y="399"/>
                      <a:pt x="2394" y="643"/>
                    </a:cubicBezTo>
                    <a:cubicBezTo>
                      <a:pt x="2638" y="864"/>
                      <a:pt x="2770" y="1175"/>
                      <a:pt x="2770" y="1507"/>
                    </a:cubicBezTo>
                    <a:cubicBezTo>
                      <a:pt x="2770" y="1839"/>
                      <a:pt x="2638" y="2172"/>
                      <a:pt x="2394" y="2393"/>
                    </a:cubicBezTo>
                    <a:cubicBezTo>
                      <a:pt x="2172" y="2637"/>
                      <a:pt x="1862" y="2770"/>
                      <a:pt x="1530" y="2770"/>
                    </a:cubicBezTo>
                    <a:cubicBezTo>
                      <a:pt x="1197" y="2770"/>
                      <a:pt x="865" y="2637"/>
                      <a:pt x="643" y="2393"/>
                    </a:cubicBezTo>
                    <a:cubicBezTo>
                      <a:pt x="400" y="2172"/>
                      <a:pt x="267" y="1839"/>
                      <a:pt x="267" y="1507"/>
                    </a:cubicBezTo>
                    <a:cubicBezTo>
                      <a:pt x="267" y="1175"/>
                      <a:pt x="400" y="864"/>
                      <a:pt x="643" y="643"/>
                    </a:cubicBezTo>
                    <a:cubicBezTo>
                      <a:pt x="865" y="399"/>
                      <a:pt x="1197" y="266"/>
                      <a:pt x="1530" y="266"/>
                    </a:cubicBezTo>
                    <a:close/>
                    <a:moveTo>
                      <a:pt x="1530" y="0"/>
                    </a:moveTo>
                    <a:cubicBezTo>
                      <a:pt x="1109" y="0"/>
                      <a:pt x="732" y="155"/>
                      <a:pt x="444" y="443"/>
                    </a:cubicBezTo>
                    <a:cubicBezTo>
                      <a:pt x="156" y="731"/>
                      <a:pt x="1" y="1108"/>
                      <a:pt x="1" y="1507"/>
                    </a:cubicBezTo>
                    <a:cubicBezTo>
                      <a:pt x="1" y="1928"/>
                      <a:pt x="156" y="2305"/>
                      <a:pt x="444" y="2593"/>
                    </a:cubicBezTo>
                    <a:cubicBezTo>
                      <a:pt x="732" y="2881"/>
                      <a:pt x="1109" y="3036"/>
                      <a:pt x="1530" y="3036"/>
                    </a:cubicBezTo>
                    <a:cubicBezTo>
                      <a:pt x="1928" y="3036"/>
                      <a:pt x="2305" y="2881"/>
                      <a:pt x="2593" y="2593"/>
                    </a:cubicBezTo>
                    <a:cubicBezTo>
                      <a:pt x="2881" y="2305"/>
                      <a:pt x="3058" y="1928"/>
                      <a:pt x="3058" y="1507"/>
                    </a:cubicBezTo>
                    <a:cubicBezTo>
                      <a:pt x="3058" y="1108"/>
                      <a:pt x="2881" y="731"/>
                      <a:pt x="2593" y="443"/>
                    </a:cubicBezTo>
                    <a:cubicBezTo>
                      <a:pt x="2305" y="155"/>
                      <a:pt x="1928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3">
    <p:bg>
      <p:bgPr>
        <a:solidFill>
          <a:schemeClr val="lt2"/>
        </a:solidFill>
        <a:effectLst/>
      </p:bgPr>
    </p:bg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5" name="Google Shape;1715;p26"/>
          <p:cNvGrpSpPr/>
          <p:nvPr/>
        </p:nvGrpSpPr>
        <p:grpSpPr>
          <a:xfrm flipH="1">
            <a:off x="-103660" y="4326501"/>
            <a:ext cx="878375" cy="275404"/>
            <a:chOff x="8363724" y="112839"/>
            <a:chExt cx="878375" cy="275404"/>
          </a:xfrm>
        </p:grpSpPr>
        <p:grpSp>
          <p:nvGrpSpPr>
            <p:cNvPr id="1716" name="Google Shape;1716;p26"/>
            <p:cNvGrpSpPr/>
            <p:nvPr/>
          </p:nvGrpSpPr>
          <p:grpSpPr>
            <a:xfrm>
              <a:off x="8363724" y="112839"/>
              <a:ext cx="878375" cy="275404"/>
              <a:chOff x="6611124" y="570039"/>
              <a:chExt cx="878375" cy="275404"/>
            </a:xfrm>
          </p:grpSpPr>
          <p:sp>
            <p:nvSpPr>
              <p:cNvPr id="1717" name="Google Shape;1717;p26"/>
              <p:cNvSpPr/>
              <p:nvPr/>
            </p:nvSpPr>
            <p:spPr>
              <a:xfrm>
                <a:off x="6675495" y="570039"/>
                <a:ext cx="814003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25215" h="6050" extrusionOk="0">
                    <a:moveTo>
                      <a:pt x="5916" y="1"/>
                    </a:moveTo>
                    <a:lnTo>
                      <a:pt x="0" y="5894"/>
                    </a:lnTo>
                    <a:cubicBezTo>
                      <a:pt x="89" y="5938"/>
                      <a:pt x="178" y="5983"/>
                      <a:pt x="244" y="6049"/>
                    </a:cubicBezTo>
                    <a:lnTo>
                      <a:pt x="6027" y="266"/>
                    </a:lnTo>
                    <a:lnTo>
                      <a:pt x="25214" y="266"/>
                    </a:lnTo>
                    <a:lnTo>
                      <a:pt x="25214" y="1"/>
                    </a:ln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26"/>
              <p:cNvSpPr/>
              <p:nvPr/>
            </p:nvSpPr>
            <p:spPr>
              <a:xfrm>
                <a:off x="6611124" y="755310"/>
                <a:ext cx="89423" cy="90133"/>
              </a:xfrm>
              <a:custGeom>
                <a:avLst/>
                <a:gdLst/>
                <a:ahLst/>
                <a:cxnLst/>
                <a:rect l="l" t="t" r="r" b="b"/>
                <a:pathLst>
                  <a:path w="2770" h="2792" extrusionOk="0">
                    <a:moveTo>
                      <a:pt x="1374" y="0"/>
                    </a:moveTo>
                    <a:cubicBezTo>
                      <a:pt x="621" y="0"/>
                      <a:pt x="0" y="620"/>
                      <a:pt x="0" y="1396"/>
                    </a:cubicBezTo>
                    <a:cubicBezTo>
                      <a:pt x="0" y="2171"/>
                      <a:pt x="621" y="2792"/>
                      <a:pt x="1374" y="2792"/>
                    </a:cubicBezTo>
                    <a:cubicBezTo>
                      <a:pt x="2149" y="2792"/>
                      <a:pt x="2770" y="2171"/>
                      <a:pt x="2770" y="1396"/>
                    </a:cubicBezTo>
                    <a:cubicBezTo>
                      <a:pt x="2770" y="953"/>
                      <a:pt x="2570" y="576"/>
                      <a:pt x="2238" y="310"/>
                    </a:cubicBezTo>
                    <a:lnTo>
                      <a:pt x="2083" y="487"/>
                    </a:lnTo>
                    <a:lnTo>
                      <a:pt x="1884" y="288"/>
                    </a:lnTo>
                    <a:lnTo>
                      <a:pt x="1994" y="155"/>
                    </a:lnTo>
                    <a:cubicBezTo>
                      <a:pt x="1817" y="66"/>
                      <a:pt x="1596" y="0"/>
                      <a:pt x="13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19" name="Google Shape;1719;p26"/>
            <p:cNvSpPr/>
            <p:nvPr/>
          </p:nvSpPr>
          <p:spPr>
            <a:xfrm>
              <a:off x="8424512" y="303114"/>
              <a:ext cx="11493" cy="10750"/>
            </a:xfrm>
            <a:custGeom>
              <a:avLst/>
              <a:gdLst/>
              <a:ahLst/>
              <a:cxnLst/>
              <a:rect l="l" t="t" r="r" b="b"/>
              <a:pathLst>
                <a:path w="356" h="333" extrusionOk="0">
                  <a:moveTo>
                    <a:pt x="111" y="0"/>
                  </a:moveTo>
                  <a:lnTo>
                    <a:pt x="1" y="133"/>
                  </a:lnTo>
                  <a:lnTo>
                    <a:pt x="200" y="332"/>
                  </a:lnTo>
                  <a:lnTo>
                    <a:pt x="355" y="155"/>
                  </a:lnTo>
                  <a:cubicBezTo>
                    <a:pt x="289" y="89"/>
                    <a:pt x="200" y="44"/>
                    <a:pt x="11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0" name="Google Shape;1720;p26"/>
          <p:cNvGrpSpPr/>
          <p:nvPr/>
        </p:nvGrpSpPr>
        <p:grpSpPr>
          <a:xfrm flipH="1">
            <a:off x="-103655" y="4463209"/>
            <a:ext cx="1626382" cy="472696"/>
            <a:chOff x="7615712" y="156599"/>
            <a:chExt cx="1626382" cy="472696"/>
          </a:xfrm>
        </p:grpSpPr>
        <p:sp>
          <p:nvSpPr>
            <p:cNvPr id="1721" name="Google Shape;1721;p26"/>
            <p:cNvSpPr/>
            <p:nvPr/>
          </p:nvSpPr>
          <p:spPr>
            <a:xfrm>
              <a:off x="7677781" y="212980"/>
              <a:ext cx="1564313" cy="416315"/>
            </a:xfrm>
            <a:custGeom>
              <a:avLst/>
              <a:gdLst/>
              <a:ahLst/>
              <a:cxnLst/>
              <a:rect l="l" t="t" r="r" b="b"/>
              <a:pathLst>
                <a:path w="48457" h="12896" extrusionOk="0">
                  <a:moveTo>
                    <a:pt x="576" y="0"/>
                  </a:moveTo>
                  <a:cubicBezTo>
                    <a:pt x="421" y="244"/>
                    <a:pt x="222" y="444"/>
                    <a:pt x="0" y="599"/>
                  </a:cubicBezTo>
                  <a:lnTo>
                    <a:pt x="12275" y="12895"/>
                  </a:lnTo>
                  <a:lnTo>
                    <a:pt x="43582" y="12895"/>
                  </a:lnTo>
                  <a:lnTo>
                    <a:pt x="48456" y="8021"/>
                  </a:lnTo>
                  <a:lnTo>
                    <a:pt x="48456" y="6847"/>
                  </a:lnTo>
                  <a:lnTo>
                    <a:pt x="43227" y="12053"/>
                  </a:lnTo>
                  <a:lnTo>
                    <a:pt x="12629" y="12053"/>
                  </a:lnTo>
                  <a:lnTo>
                    <a:pt x="576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6"/>
            <p:cNvSpPr/>
            <p:nvPr/>
          </p:nvSpPr>
          <p:spPr>
            <a:xfrm>
              <a:off x="7615712" y="156599"/>
              <a:ext cx="98010" cy="98720"/>
            </a:xfrm>
            <a:custGeom>
              <a:avLst/>
              <a:gdLst/>
              <a:ahLst/>
              <a:cxnLst/>
              <a:rect l="l" t="t" r="r" b="b"/>
              <a:pathLst>
                <a:path w="3036" h="3058" extrusionOk="0">
                  <a:moveTo>
                    <a:pt x="1529" y="288"/>
                  </a:move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20" y="2792"/>
                    <a:pt x="266" y="2216"/>
                    <a:pt x="266" y="1529"/>
                  </a:cubicBezTo>
                  <a:cubicBezTo>
                    <a:pt x="266" y="842"/>
                    <a:pt x="820" y="288"/>
                    <a:pt x="1529" y="288"/>
                  </a:cubicBezTo>
                  <a:close/>
                  <a:moveTo>
                    <a:pt x="1529" y="0"/>
                  </a:moveTo>
                  <a:cubicBezTo>
                    <a:pt x="687" y="0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1861" y="3058"/>
                    <a:pt x="2193" y="2947"/>
                    <a:pt x="2437" y="2747"/>
                  </a:cubicBezTo>
                  <a:lnTo>
                    <a:pt x="2260" y="2570"/>
                  </a:lnTo>
                  <a:lnTo>
                    <a:pt x="2459" y="2371"/>
                  </a:lnTo>
                  <a:lnTo>
                    <a:pt x="2637" y="2548"/>
                  </a:lnTo>
                  <a:cubicBezTo>
                    <a:pt x="2902" y="2282"/>
                    <a:pt x="3035" y="1928"/>
                    <a:pt x="3035" y="1529"/>
                  </a:cubicBezTo>
                  <a:cubicBezTo>
                    <a:pt x="3035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3" name="Google Shape;1723;p26"/>
          <p:cNvGrpSpPr/>
          <p:nvPr/>
        </p:nvGrpSpPr>
        <p:grpSpPr>
          <a:xfrm>
            <a:off x="6208451" y="4530001"/>
            <a:ext cx="1180669" cy="249201"/>
            <a:chOff x="3186414" y="611522"/>
            <a:chExt cx="803285" cy="169548"/>
          </a:xfrm>
        </p:grpSpPr>
        <p:sp>
          <p:nvSpPr>
            <p:cNvPr id="1724" name="Google Shape;1724;p26"/>
            <p:cNvSpPr/>
            <p:nvPr/>
          </p:nvSpPr>
          <p:spPr>
            <a:xfrm>
              <a:off x="3186414" y="611522"/>
              <a:ext cx="803285" cy="169548"/>
            </a:xfrm>
            <a:custGeom>
              <a:avLst/>
              <a:gdLst/>
              <a:ahLst/>
              <a:cxnLst/>
              <a:rect l="l" t="t" r="r" b="b"/>
              <a:pathLst>
                <a:path w="24883" h="5252" extrusionOk="0">
                  <a:moveTo>
                    <a:pt x="2194" y="1"/>
                  </a:moveTo>
                  <a:lnTo>
                    <a:pt x="1" y="2349"/>
                  </a:lnTo>
                  <a:lnTo>
                    <a:pt x="1" y="5252"/>
                  </a:lnTo>
                  <a:lnTo>
                    <a:pt x="24882" y="5252"/>
                  </a:lnTo>
                  <a:lnTo>
                    <a:pt x="248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6"/>
            <p:cNvSpPr/>
            <p:nvPr/>
          </p:nvSpPr>
          <p:spPr>
            <a:xfrm>
              <a:off x="3537618" y="670180"/>
              <a:ext cx="55106" cy="55106"/>
            </a:xfrm>
            <a:custGeom>
              <a:avLst/>
              <a:gdLst/>
              <a:ahLst/>
              <a:cxnLst/>
              <a:rect l="l" t="t" r="r" b="b"/>
              <a:pathLst>
                <a:path w="1707" h="1707" extrusionOk="0">
                  <a:moveTo>
                    <a:pt x="865" y="0"/>
                  </a:moveTo>
                  <a:cubicBezTo>
                    <a:pt x="377" y="0"/>
                    <a:pt x="1" y="377"/>
                    <a:pt x="1" y="842"/>
                  </a:cubicBezTo>
                  <a:cubicBezTo>
                    <a:pt x="1" y="1308"/>
                    <a:pt x="377" y="1706"/>
                    <a:pt x="865" y="1706"/>
                  </a:cubicBezTo>
                  <a:cubicBezTo>
                    <a:pt x="1330" y="1706"/>
                    <a:pt x="1707" y="1308"/>
                    <a:pt x="1707" y="842"/>
                  </a:cubicBezTo>
                  <a:cubicBezTo>
                    <a:pt x="1707" y="377"/>
                    <a:pt x="1330" y="0"/>
                    <a:pt x="8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6"/>
            <p:cNvSpPr/>
            <p:nvPr/>
          </p:nvSpPr>
          <p:spPr>
            <a:xfrm>
              <a:off x="3456072" y="670180"/>
              <a:ext cx="55106" cy="55106"/>
            </a:xfrm>
            <a:custGeom>
              <a:avLst/>
              <a:gdLst/>
              <a:ahLst/>
              <a:cxnLst/>
              <a:rect l="l" t="t" r="r" b="b"/>
              <a:pathLst>
                <a:path w="1707" h="1707" extrusionOk="0">
                  <a:moveTo>
                    <a:pt x="865" y="0"/>
                  </a:moveTo>
                  <a:cubicBezTo>
                    <a:pt x="400" y="0"/>
                    <a:pt x="1" y="377"/>
                    <a:pt x="1" y="842"/>
                  </a:cubicBezTo>
                  <a:cubicBezTo>
                    <a:pt x="1" y="1308"/>
                    <a:pt x="400" y="1706"/>
                    <a:pt x="865" y="1706"/>
                  </a:cubicBezTo>
                  <a:cubicBezTo>
                    <a:pt x="1330" y="1706"/>
                    <a:pt x="1707" y="1308"/>
                    <a:pt x="1707" y="842"/>
                  </a:cubicBezTo>
                  <a:cubicBezTo>
                    <a:pt x="1707" y="377"/>
                    <a:pt x="1330" y="0"/>
                    <a:pt x="8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26"/>
            <p:cNvSpPr/>
            <p:nvPr/>
          </p:nvSpPr>
          <p:spPr>
            <a:xfrm>
              <a:off x="3374526" y="670180"/>
              <a:ext cx="55106" cy="55106"/>
            </a:xfrm>
            <a:custGeom>
              <a:avLst/>
              <a:gdLst/>
              <a:ahLst/>
              <a:cxnLst/>
              <a:rect l="l" t="t" r="r" b="b"/>
              <a:pathLst>
                <a:path w="1707" h="1707" extrusionOk="0">
                  <a:moveTo>
                    <a:pt x="865" y="0"/>
                  </a:moveTo>
                  <a:cubicBezTo>
                    <a:pt x="400" y="0"/>
                    <a:pt x="1" y="377"/>
                    <a:pt x="1" y="842"/>
                  </a:cubicBezTo>
                  <a:cubicBezTo>
                    <a:pt x="1" y="1308"/>
                    <a:pt x="400" y="1706"/>
                    <a:pt x="865" y="1706"/>
                  </a:cubicBezTo>
                  <a:cubicBezTo>
                    <a:pt x="1330" y="1706"/>
                    <a:pt x="1707" y="1308"/>
                    <a:pt x="1707" y="842"/>
                  </a:cubicBezTo>
                  <a:cubicBezTo>
                    <a:pt x="1707" y="377"/>
                    <a:pt x="1330" y="0"/>
                    <a:pt x="8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26"/>
            <p:cNvSpPr/>
            <p:nvPr/>
          </p:nvSpPr>
          <p:spPr>
            <a:xfrm>
              <a:off x="3511146" y="693069"/>
              <a:ext cx="26504" cy="8619"/>
            </a:xfrm>
            <a:custGeom>
              <a:avLst/>
              <a:gdLst/>
              <a:ahLst/>
              <a:cxnLst/>
              <a:rect l="l" t="t" r="r" b="b"/>
              <a:pathLst>
                <a:path w="821" h="267" extrusionOk="0">
                  <a:moveTo>
                    <a:pt x="1" y="0"/>
                  </a:moveTo>
                  <a:lnTo>
                    <a:pt x="1" y="266"/>
                  </a:lnTo>
                  <a:lnTo>
                    <a:pt x="821" y="266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6"/>
            <p:cNvSpPr/>
            <p:nvPr/>
          </p:nvSpPr>
          <p:spPr>
            <a:xfrm>
              <a:off x="3429600" y="693069"/>
              <a:ext cx="26504" cy="8619"/>
            </a:xfrm>
            <a:custGeom>
              <a:avLst/>
              <a:gdLst/>
              <a:ahLst/>
              <a:cxnLst/>
              <a:rect l="l" t="t" r="r" b="b"/>
              <a:pathLst>
                <a:path w="821" h="267" extrusionOk="0">
                  <a:moveTo>
                    <a:pt x="1" y="0"/>
                  </a:moveTo>
                  <a:lnTo>
                    <a:pt x="1" y="266"/>
                  </a:lnTo>
                  <a:lnTo>
                    <a:pt x="821" y="266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6"/>
            <p:cNvSpPr/>
            <p:nvPr/>
          </p:nvSpPr>
          <p:spPr>
            <a:xfrm>
              <a:off x="3589819" y="693069"/>
              <a:ext cx="27214" cy="8619"/>
            </a:xfrm>
            <a:custGeom>
              <a:avLst/>
              <a:gdLst/>
              <a:ahLst/>
              <a:cxnLst/>
              <a:rect l="l" t="t" r="r" b="b"/>
              <a:pathLst>
                <a:path w="843" h="267" extrusionOk="0">
                  <a:moveTo>
                    <a:pt x="1" y="0"/>
                  </a:moveTo>
                  <a:lnTo>
                    <a:pt x="1" y="266"/>
                  </a:lnTo>
                  <a:lnTo>
                    <a:pt x="843" y="26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1" name="Google Shape;1731;p26"/>
          <p:cNvGrpSpPr/>
          <p:nvPr/>
        </p:nvGrpSpPr>
        <p:grpSpPr>
          <a:xfrm>
            <a:off x="5349075" y="314328"/>
            <a:ext cx="793250" cy="225666"/>
            <a:chOff x="5021550" y="4713050"/>
            <a:chExt cx="793250" cy="225666"/>
          </a:xfrm>
        </p:grpSpPr>
        <p:sp>
          <p:nvSpPr>
            <p:cNvPr id="1732" name="Google Shape;1732;p26"/>
            <p:cNvSpPr/>
            <p:nvPr/>
          </p:nvSpPr>
          <p:spPr>
            <a:xfrm>
              <a:off x="5754173" y="4713050"/>
              <a:ext cx="60628" cy="225666"/>
            </a:xfrm>
            <a:custGeom>
              <a:avLst/>
              <a:gdLst/>
              <a:ahLst/>
              <a:cxnLst/>
              <a:rect l="l" t="t" r="r" b="b"/>
              <a:pathLst>
                <a:path w="1619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18" y="602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26"/>
            <p:cNvSpPr/>
            <p:nvPr/>
          </p:nvSpPr>
          <p:spPr>
            <a:xfrm>
              <a:off x="5632206" y="4713050"/>
              <a:ext cx="60628" cy="225666"/>
            </a:xfrm>
            <a:custGeom>
              <a:avLst/>
              <a:gdLst/>
              <a:ahLst/>
              <a:cxnLst/>
              <a:rect l="l" t="t" r="r" b="b"/>
              <a:pathLst>
                <a:path w="1619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18" y="602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26"/>
            <p:cNvSpPr/>
            <p:nvPr/>
          </p:nvSpPr>
          <p:spPr>
            <a:xfrm>
              <a:off x="5510240" y="4713050"/>
              <a:ext cx="60628" cy="225666"/>
            </a:xfrm>
            <a:custGeom>
              <a:avLst/>
              <a:gdLst/>
              <a:ahLst/>
              <a:cxnLst/>
              <a:rect l="l" t="t" r="r" b="b"/>
              <a:pathLst>
                <a:path w="1619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18" y="602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6"/>
            <p:cNvSpPr/>
            <p:nvPr/>
          </p:nvSpPr>
          <p:spPr>
            <a:xfrm>
              <a:off x="5388273" y="4713050"/>
              <a:ext cx="60628" cy="225666"/>
            </a:xfrm>
            <a:custGeom>
              <a:avLst/>
              <a:gdLst/>
              <a:ahLst/>
              <a:cxnLst/>
              <a:rect l="l" t="t" r="r" b="b"/>
              <a:pathLst>
                <a:path w="1619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18" y="602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6"/>
            <p:cNvSpPr/>
            <p:nvPr/>
          </p:nvSpPr>
          <p:spPr>
            <a:xfrm>
              <a:off x="5265483" y="4713050"/>
              <a:ext cx="61451" cy="225666"/>
            </a:xfrm>
            <a:custGeom>
              <a:avLst/>
              <a:gdLst/>
              <a:ahLst/>
              <a:cxnLst/>
              <a:rect l="l" t="t" r="r" b="b"/>
              <a:pathLst>
                <a:path w="1641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40" y="6027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6"/>
            <p:cNvSpPr/>
            <p:nvPr/>
          </p:nvSpPr>
          <p:spPr>
            <a:xfrm>
              <a:off x="5143516" y="4713050"/>
              <a:ext cx="61451" cy="225666"/>
            </a:xfrm>
            <a:custGeom>
              <a:avLst/>
              <a:gdLst/>
              <a:ahLst/>
              <a:cxnLst/>
              <a:rect l="l" t="t" r="r" b="b"/>
              <a:pathLst>
                <a:path w="1641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40" y="6027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6"/>
            <p:cNvSpPr/>
            <p:nvPr/>
          </p:nvSpPr>
          <p:spPr>
            <a:xfrm>
              <a:off x="5021550" y="4713050"/>
              <a:ext cx="61451" cy="225666"/>
            </a:xfrm>
            <a:custGeom>
              <a:avLst/>
              <a:gdLst/>
              <a:ahLst/>
              <a:cxnLst/>
              <a:rect l="l" t="t" r="r" b="b"/>
              <a:pathLst>
                <a:path w="1641" h="6027" extrusionOk="0">
                  <a:moveTo>
                    <a:pt x="1" y="0"/>
                  </a:moveTo>
                  <a:lnTo>
                    <a:pt x="1" y="6027"/>
                  </a:lnTo>
                  <a:lnTo>
                    <a:pt x="1640" y="6027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9" name="Google Shape;1739;p26"/>
          <p:cNvGrpSpPr/>
          <p:nvPr/>
        </p:nvGrpSpPr>
        <p:grpSpPr>
          <a:xfrm>
            <a:off x="327214" y="-542094"/>
            <a:ext cx="819137" cy="1183093"/>
            <a:chOff x="4312241" y="155173"/>
            <a:chExt cx="711736" cy="1027883"/>
          </a:xfrm>
        </p:grpSpPr>
        <p:sp>
          <p:nvSpPr>
            <p:cNvPr id="1740" name="Google Shape;1740;p26"/>
            <p:cNvSpPr/>
            <p:nvPr/>
          </p:nvSpPr>
          <p:spPr>
            <a:xfrm>
              <a:off x="4714225" y="243176"/>
              <a:ext cx="251803" cy="689522"/>
            </a:xfrm>
            <a:custGeom>
              <a:avLst/>
              <a:gdLst/>
              <a:ahLst/>
              <a:cxnLst/>
              <a:rect l="l" t="t" r="r" b="b"/>
              <a:pathLst>
                <a:path w="7800" h="21359" extrusionOk="0">
                  <a:moveTo>
                    <a:pt x="7600" y="0"/>
                  </a:moveTo>
                  <a:lnTo>
                    <a:pt x="1" y="7600"/>
                  </a:lnTo>
                  <a:lnTo>
                    <a:pt x="1" y="21359"/>
                  </a:lnTo>
                  <a:lnTo>
                    <a:pt x="267" y="21359"/>
                  </a:lnTo>
                  <a:lnTo>
                    <a:pt x="267" y="7733"/>
                  </a:lnTo>
                  <a:lnTo>
                    <a:pt x="7800" y="200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26"/>
            <p:cNvSpPr/>
            <p:nvPr/>
          </p:nvSpPr>
          <p:spPr>
            <a:xfrm>
              <a:off x="4948113" y="190942"/>
              <a:ext cx="75864" cy="75154"/>
            </a:xfrm>
            <a:custGeom>
              <a:avLst/>
              <a:gdLst/>
              <a:ahLst/>
              <a:cxnLst/>
              <a:rect l="l" t="t" r="r" b="b"/>
              <a:pathLst>
                <a:path w="2350" h="2328" extrusionOk="0">
                  <a:moveTo>
                    <a:pt x="1175" y="267"/>
                  </a:moveTo>
                  <a:cubicBezTo>
                    <a:pt x="1663" y="267"/>
                    <a:pt x="2061" y="665"/>
                    <a:pt x="2061" y="1175"/>
                  </a:cubicBezTo>
                  <a:cubicBezTo>
                    <a:pt x="2061" y="1662"/>
                    <a:pt x="1663" y="2061"/>
                    <a:pt x="1175" y="2061"/>
                  </a:cubicBezTo>
                  <a:cubicBezTo>
                    <a:pt x="666" y="2061"/>
                    <a:pt x="267" y="1662"/>
                    <a:pt x="267" y="1175"/>
                  </a:cubicBezTo>
                  <a:cubicBezTo>
                    <a:pt x="267" y="665"/>
                    <a:pt x="666" y="267"/>
                    <a:pt x="1175" y="267"/>
                  </a:cubicBezTo>
                  <a:close/>
                  <a:moveTo>
                    <a:pt x="1175" y="1"/>
                  </a:moveTo>
                  <a:cubicBezTo>
                    <a:pt x="533" y="1"/>
                    <a:pt x="1" y="510"/>
                    <a:pt x="1" y="1175"/>
                  </a:cubicBezTo>
                  <a:cubicBezTo>
                    <a:pt x="1" y="1818"/>
                    <a:pt x="533" y="2327"/>
                    <a:pt x="1175" y="2327"/>
                  </a:cubicBezTo>
                  <a:cubicBezTo>
                    <a:pt x="1818" y="2327"/>
                    <a:pt x="2349" y="1818"/>
                    <a:pt x="2349" y="1175"/>
                  </a:cubicBezTo>
                  <a:cubicBezTo>
                    <a:pt x="2349" y="510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26"/>
            <p:cNvSpPr/>
            <p:nvPr/>
          </p:nvSpPr>
          <p:spPr>
            <a:xfrm>
              <a:off x="4680619" y="926957"/>
              <a:ext cx="75832" cy="75864"/>
            </a:xfrm>
            <a:custGeom>
              <a:avLst/>
              <a:gdLst/>
              <a:ahLst/>
              <a:cxnLst/>
              <a:rect l="l" t="t" r="r" b="b"/>
              <a:pathLst>
                <a:path w="2349" h="2350" extrusionOk="0">
                  <a:moveTo>
                    <a:pt x="1175" y="289"/>
                  </a:moveTo>
                  <a:cubicBezTo>
                    <a:pt x="1662" y="289"/>
                    <a:pt x="2061" y="687"/>
                    <a:pt x="2061" y="1175"/>
                  </a:cubicBezTo>
                  <a:cubicBezTo>
                    <a:pt x="2061" y="1662"/>
                    <a:pt x="1662" y="2061"/>
                    <a:pt x="1175" y="2061"/>
                  </a:cubicBezTo>
                  <a:cubicBezTo>
                    <a:pt x="687" y="2061"/>
                    <a:pt x="288" y="1662"/>
                    <a:pt x="288" y="1175"/>
                  </a:cubicBezTo>
                  <a:cubicBezTo>
                    <a:pt x="288" y="687"/>
                    <a:pt x="687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2" y="1"/>
                    <a:pt x="0" y="532"/>
                    <a:pt x="0" y="1175"/>
                  </a:cubicBezTo>
                  <a:cubicBezTo>
                    <a:pt x="0" y="1817"/>
                    <a:pt x="532" y="2349"/>
                    <a:pt x="1175" y="2349"/>
                  </a:cubicBezTo>
                  <a:cubicBezTo>
                    <a:pt x="1817" y="2349"/>
                    <a:pt x="2349" y="1817"/>
                    <a:pt x="2349" y="1175"/>
                  </a:cubicBezTo>
                  <a:cubicBezTo>
                    <a:pt x="2349" y="532"/>
                    <a:pt x="1817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6"/>
            <p:cNvSpPr/>
            <p:nvPr/>
          </p:nvSpPr>
          <p:spPr>
            <a:xfrm>
              <a:off x="4521110" y="221708"/>
              <a:ext cx="252514" cy="803996"/>
            </a:xfrm>
            <a:custGeom>
              <a:avLst/>
              <a:gdLst/>
              <a:ahLst/>
              <a:cxnLst/>
              <a:rect l="l" t="t" r="r" b="b"/>
              <a:pathLst>
                <a:path w="7822" h="24905" extrusionOk="0">
                  <a:moveTo>
                    <a:pt x="7622" y="0"/>
                  </a:moveTo>
                  <a:lnTo>
                    <a:pt x="1" y="7600"/>
                  </a:lnTo>
                  <a:lnTo>
                    <a:pt x="1" y="24904"/>
                  </a:lnTo>
                  <a:lnTo>
                    <a:pt x="289" y="24904"/>
                  </a:lnTo>
                  <a:lnTo>
                    <a:pt x="289" y="7733"/>
                  </a:lnTo>
                  <a:lnTo>
                    <a:pt x="7822" y="200"/>
                  </a:lnTo>
                  <a:lnTo>
                    <a:pt x="762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6"/>
            <p:cNvSpPr/>
            <p:nvPr/>
          </p:nvSpPr>
          <p:spPr>
            <a:xfrm>
              <a:off x="4754998" y="169507"/>
              <a:ext cx="75864" cy="75121"/>
            </a:xfrm>
            <a:custGeom>
              <a:avLst/>
              <a:gdLst/>
              <a:ahLst/>
              <a:cxnLst/>
              <a:rect l="l" t="t" r="r" b="b"/>
              <a:pathLst>
                <a:path w="2350" h="2327" extrusionOk="0">
                  <a:moveTo>
                    <a:pt x="1175" y="266"/>
                  </a:moveTo>
                  <a:cubicBezTo>
                    <a:pt x="1662" y="266"/>
                    <a:pt x="2083" y="665"/>
                    <a:pt x="2083" y="1174"/>
                  </a:cubicBezTo>
                  <a:cubicBezTo>
                    <a:pt x="2083" y="1662"/>
                    <a:pt x="1662" y="2061"/>
                    <a:pt x="1175" y="2061"/>
                  </a:cubicBezTo>
                  <a:cubicBezTo>
                    <a:pt x="687" y="2061"/>
                    <a:pt x="289" y="1662"/>
                    <a:pt x="289" y="1174"/>
                  </a:cubicBezTo>
                  <a:cubicBezTo>
                    <a:pt x="289" y="665"/>
                    <a:pt x="687" y="266"/>
                    <a:pt x="1175" y="266"/>
                  </a:cubicBezTo>
                  <a:close/>
                  <a:moveTo>
                    <a:pt x="1175" y="0"/>
                  </a:moveTo>
                  <a:cubicBezTo>
                    <a:pt x="532" y="0"/>
                    <a:pt x="1" y="510"/>
                    <a:pt x="1" y="1174"/>
                  </a:cubicBezTo>
                  <a:cubicBezTo>
                    <a:pt x="1" y="1817"/>
                    <a:pt x="532" y="2326"/>
                    <a:pt x="1175" y="2326"/>
                  </a:cubicBezTo>
                  <a:cubicBezTo>
                    <a:pt x="1817" y="2326"/>
                    <a:pt x="2349" y="1817"/>
                    <a:pt x="2349" y="1174"/>
                  </a:cubicBezTo>
                  <a:cubicBezTo>
                    <a:pt x="2349" y="510"/>
                    <a:pt x="1817" y="0"/>
                    <a:pt x="117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6"/>
            <p:cNvSpPr/>
            <p:nvPr/>
          </p:nvSpPr>
          <p:spPr>
            <a:xfrm>
              <a:off x="4488214" y="1019932"/>
              <a:ext cx="75121" cy="75864"/>
            </a:xfrm>
            <a:custGeom>
              <a:avLst/>
              <a:gdLst/>
              <a:ahLst/>
              <a:cxnLst/>
              <a:rect l="l" t="t" r="r" b="b"/>
              <a:pathLst>
                <a:path w="2327" h="2350" extrusionOk="0">
                  <a:moveTo>
                    <a:pt x="1152" y="289"/>
                  </a:moveTo>
                  <a:cubicBezTo>
                    <a:pt x="1662" y="289"/>
                    <a:pt x="2061" y="688"/>
                    <a:pt x="2061" y="1175"/>
                  </a:cubicBezTo>
                  <a:cubicBezTo>
                    <a:pt x="2061" y="1663"/>
                    <a:pt x="1662" y="2061"/>
                    <a:pt x="1152" y="2061"/>
                  </a:cubicBezTo>
                  <a:cubicBezTo>
                    <a:pt x="665" y="2061"/>
                    <a:pt x="266" y="1663"/>
                    <a:pt x="266" y="1175"/>
                  </a:cubicBezTo>
                  <a:cubicBezTo>
                    <a:pt x="266" y="688"/>
                    <a:pt x="665" y="289"/>
                    <a:pt x="1152" y="289"/>
                  </a:cubicBezTo>
                  <a:close/>
                  <a:moveTo>
                    <a:pt x="1152" y="1"/>
                  </a:moveTo>
                  <a:cubicBezTo>
                    <a:pt x="510" y="1"/>
                    <a:pt x="0" y="533"/>
                    <a:pt x="0" y="1175"/>
                  </a:cubicBezTo>
                  <a:cubicBezTo>
                    <a:pt x="0" y="1818"/>
                    <a:pt x="510" y="2349"/>
                    <a:pt x="1152" y="2349"/>
                  </a:cubicBezTo>
                  <a:cubicBezTo>
                    <a:pt x="1817" y="2349"/>
                    <a:pt x="2327" y="1818"/>
                    <a:pt x="2327" y="1175"/>
                  </a:cubicBezTo>
                  <a:cubicBezTo>
                    <a:pt x="2327" y="533"/>
                    <a:pt x="1817" y="1"/>
                    <a:pt x="115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6"/>
            <p:cNvSpPr/>
            <p:nvPr/>
          </p:nvSpPr>
          <p:spPr>
            <a:xfrm>
              <a:off x="4343006" y="208117"/>
              <a:ext cx="251804" cy="906977"/>
            </a:xfrm>
            <a:custGeom>
              <a:avLst/>
              <a:gdLst/>
              <a:ahLst/>
              <a:cxnLst/>
              <a:rect l="l" t="t" r="r" b="b"/>
              <a:pathLst>
                <a:path w="7800" h="28095" extrusionOk="0">
                  <a:moveTo>
                    <a:pt x="7600" y="0"/>
                  </a:moveTo>
                  <a:lnTo>
                    <a:pt x="1" y="7600"/>
                  </a:lnTo>
                  <a:lnTo>
                    <a:pt x="1" y="28095"/>
                  </a:lnTo>
                  <a:lnTo>
                    <a:pt x="289" y="28095"/>
                  </a:lnTo>
                  <a:lnTo>
                    <a:pt x="289" y="7711"/>
                  </a:lnTo>
                  <a:lnTo>
                    <a:pt x="7800" y="200"/>
                  </a:lnTo>
                  <a:lnTo>
                    <a:pt x="7600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6"/>
            <p:cNvSpPr/>
            <p:nvPr/>
          </p:nvSpPr>
          <p:spPr>
            <a:xfrm>
              <a:off x="4576894" y="155173"/>
              <a:ext cx="75864" cy="75864"/>
            </a:xfrm>
            <a:custGeom>
              <a:avLst/>
              <a:gdLst/>
              <a:ahLst/>
              <a:cxnLst/>
              <a:rect l="l" t="t" r="r" b="b"/>
              <a:pathLst>
                <a:path w="2350" h="2350" extrusionOk="0">
                  <a:moveTo>
                    <a:pt x="1175" y="289"/>
                  </a:moveTo>
                  <a:cubicBezTo>
                    <a:pt x="1662" y="289"/>
                    <a:pt x="2061" y="688"/>
                    <a:pt x="2061" y="1175"/>
                  </a:cubicBezTo>
                  <a:cubicBezTo>
                    <a:pt x="2061" y="1663"/>
                    <a:pt x="1662" y="2084"/>
                    <a:pt x="1175" y="2084"/>
                  </a:cubicBezTo>
                  <a:cubicBezTo>
                    <a:pt x="688" y="2084"/>
                    <a:pt x="267" y="1663"/>
                    <a:pt x="267" y="1175"/>
                  </a:cubicBezTo>
                  <a:cubicBezTo>
                    <a:pt x="267" y="688"/>
                    <a:pt x="688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2" y="1"/>
                    <a:pt x="1" y="533"/>
                    <a:pt x="1" y="1175"/>
                  </a:cubicBezTo>
                  <a:cubicBezTo>
                    <a:pt x="1" y="1818"/>
                    <a:pt x="532" y="2349"/>
                    <a:pt x="1175" y="2349"/>
                  </a:cubicBezTo>
                  <a:cubicBezTo>
                    <a:pt x="1818" y="2349"/>
                    <a:pt x="2349" y="1818"/>
                    <a:pt x="2349" y="1175"/>
                  </a:cubicBezTo>
                  <a:cubicBezTo>
                    <a:pt x="2349" y="533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6"/>
            <p:cNvSpPr/>
            <p:nvPr/>
          </p:nvSpPr>
          <p:spPr>
            <a:xfrm>
              <a:off x="4312241" y="1107192"/>
              <a:ext cx="75864" cy="75864"/>
            </a:xfrm>
            <a:custGeom>
              <a:avLst/>
              <a:gdLst/>
              <a:ahLst/>
              <a:cxnLst/>
              <a:rect l="l" t="t" r="r" b="b"/>
              <a:pathLst>
                <a:path w="2350" h="2350" extrusionOk="0">
                  <a:moveTo>
                    <a:pt x="1175" y="289"/>
                  </a:moveTo>
                  <a:cubicBezTo>
                    <a:pt x="1685" y="289"/>
                    <a:pt x="2084" y="688"/>
                    <a:pt x="2084" y="1175"/>
                  </a:cubicBezTo>
                  <a:cubicBezTo>
                    <a:pt x="2084" y="1685"/>
                    <a:pt x="1685" y="2084"/>
                    <a:pt x="1175" y="2084"/>
                  </a:cubicBezTo>
                  <a:cubicBezTo>
                    <a:pt x="688" y="2084"/>
                    <a:pt x="289" y="1685"/>
                    <a:pt x="289" y="1175"/>
                  </a:cubicBezTo>
                  <a:cubicBezTo>
                    <a:pt x="289" y="688"/>
                    <a:pt x="688" y="289"/>
                    <a:pt x="1175" y="289"/>
                  </a:cubicBezTo>
                  <a:close/>
                  <a:moveTo>
                    <a:pt x="1175" y="1"/>
                  </a:moveTo>
                  <a:cubicBezTo>
                    <a:pt x="533" y="1"/>
                    <a:pt x="1" y="533"/>
                    <a:pt x="1" y="1175"/>
                  </a:cubicBezTo>
                  <a:cubicBezTo>
                    <a:pt x="1" y="1840"/>
                    <a:pt x="533" y="2349"/>
                    <a:pt x="1175" y="2349"/>
                  </a:cubicBezTo>
                  <a:cubicBezTo>
                    <a:pt x="1818" y="2349"/>
                    <a:pt x="2349" y="1840"/>
                    <a:pt x="2349" y="1175"/>
                  </a:cubicBezTo>
                  <a:cubicBezTo>
                    <a:pt x="2349" y="533"/>
                    <a:pt x="1818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9" name="Google Shape;1749;p26"/>
          <p:cNvGrpSpPr/>
          <p:nvPr/>
        </p:nvGrpSpPr>
        <p:grpSpPr>
          <a:xfrm flipH="1">
            <a:off x="8198661" y="4052640"/>
            <a:ext cx="1591472" cy="841159"/>
            <a:chOff x="661553" y="1919040"/>
            <a:chExt cx="1591472" cy="841159"/>
          </a:xfrm>
        </p:grpSpPr>
        <p:sp>
          <p:nvSpPr>
            <p:cNvPr id="1750" name="Google Shape;1750;p26"/>
            <p:cNvSpPr/>
            <p:nvPr/>
          </p:nvSpPr>
          <p:spPr>
            <a:xfrm>
              <a:off x="661553" y="2267371"/>
              <a:ext cx="1400512" cy="411311"/>
            </a:xfrm>
            <a:custGeom>
              <a:avLst/>
              <a:gdLst/>
              <a:ahLst/>
              <a:cxnLst/>
              <a:rect l="l" t="t" r="r" b="b"/>
              <a:pathLst>
                <a:path w="43383" h="12741" extrusionOk="0">
                  <a:moveTo>
                    <a:pt x="24283" y="0"/>
                  </a:moveTo>
                  <a:lnTo>
                    <a:pt x="19387" y="4897"/>
                  </a:lnTo>
                  <a:lnTo>
                    <a:pt x="2304" y="4897"/>
                  </a:lnTo>
                  <a:lnTo>
                    <a:pt x="0" y="2593"/>
                  </a:lnTo>
                  <a:lnTo>
                    <a:pt x="0" y="2991"/>
                  </a:lnTo>
                  <a:lnTo>
                    <a:pt x="2193" y="5185"/>
                  </a:lnTo>
                  <a:lnTo>
                    <a:pt x="19498" y="5185"/>
                  </a:lnTo>
                  <a:lnTo>
                    <a:pt x="24416" y="266"/>
                  </a:lnTo>
                  <a:lnTo>
                    <a:pt x="30731" y="266"/>
                  </a:lnTo>
                  <a:lnTo>
                    <a:pt x="43183" y="12740"/>
                  </a:lnTo>
                  <a:cubicBezTo>
                    <a:pt x="43249" y="12674"/>
                    <a:pt x="43316" y="12607"/>
                    <a:pt x="43382" y="12541"/>
                  </a:cubicBezTo>
                  <a:lnTo>
                    <a:pt x="3084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6"/>
            <p:cNvSpPr/>
            <p:nvPr/>
          </p:nvSpPr>
          <p:spPr>
            <a:xfrm>
              <a:off x="661553" y="2117869"/>
              <a:ext cx="1493485" cy="209610"/>
            </a:xfrm>
            <a:custGeom>
              <a:avLst/>
              <a:gdLst/>
              <a:ahLst/>
              <a:cxnLst/>
              <a:rect l="l" t="t" r="r" b="b"/>
              <a:pathLst>
                <a:path w="46263" h="6493" extrusionOk="0">
                  <a:moveTo>
                    <a:pt x="21802" y="1"/>
                  </a:moveTo>
                  <a:lnTo>
                    <a:pt x="15598" y="6204"/>
                  </a:lnTo>
                  <a:lnTo>
                    <a:pt x="4343" y="6204"/>
                  </a:lnTo>
                  <a:lnTo>
                    <a:pt x="0" y="1862"/>
                  </a:lnTo>
                  <a:lnTo>
                    <a:pt x="0" y="2261"/>
                  </a:lnTo>
                  <a:lnTo>
                    <a:pt x="4232" y="6492"/>
                  </a:lnTo>
                  <a:lnTo>
                    <a:pt x="15709" y="6492"/>
                  </a:lnTo>
                  <a:lnTo>
                    <a:pt x="21935" y="267"/>
                  </a:lnTo>
                  <a:lnTo>
                    <a:pt x="46262" y="267"/>
                  </a:lnTo>
                  <a:cubicBezTo>
                    <a:pt x="46262" y="222"/>
                    <a:pt x="46262" y="178"/>
                    <a:pt x="46262" y="134"/>
                  </a:cubicBezTo>
                  <a:cubicBezTo>
                    <a:pt x="46262" y="89"/>
                    <a:pt x="46262" y="45"/>
                    <a:pt x="4626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6"/>
            <p:cNvSpPr/>
            <p:nvPr/>
          </p:nvSpPr>
          <p:spPr>
            <a:xfrm>
              <a:off x="2043446" y="2661479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266"/>
                  </a:moveTo>
                  <a:cubicBezTo>
                    <a:pt x="2216" y="266"/>
                    <a:pt x="2792" y="842"/>
                    <a:pt x="2792" y="1529"/>
                  </a:cubicBezTo>
                  <a:cubicBezTo>
                    <a:pt x="2792" y="2216"/>
                    <a:pt x="2216" y="2770"/>
                    <a:pt x="1529" y="2770"/>
                  </a:cubicBezTo>
                  <a:cubicBezTo>
                    <a:pt x="842" y="2770"/>
                    <a:pt x="288" y="2216"/>
                    <a:pt x="288" y="1529"/>
                  </a:cubicBezTo>
                  <a:cubicBezTo>
                    <a:pt x="288" y="842"/>
                    <a:pt x="842" y="266"/>
                    <a:pt x="1529" y="266"/>
                  </a:cubicBezTo>
                  <a:close/>
                  <a:moveTo>
                    <a:pt x="1529" y="0"/>
                  </a:moveTo>
                  <a:cubicBezTo>
                    <a:pt x="1174" y="0"/>
                    <a:pt x="842" y="133"/>
                    <a:pt x="576" y="333"/>
                  </a:cubicBezTo>
                  <a:lnTo>
                    <a:pt x="731" y="488"/>
                  </a:lnTo>
                  <a:lnTo>
                    <a:pt x="532" y="687"/>
                  </a:lnTo>
                  <a:lnTo>
                    <a:pt x="377" y="532"/>
                  </a:lnTo>
                  <a:cubicBezTo>
                    <a:pt x="155" y="798"/>
                    <a:pt x="0" y="1153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6"/>
            <p:cNvSpPr/>
            <p:nvPr/>
          </p:nvSpPr>
          <p:spPr>
            <a:xfrm>
              <a:off x="2155015" y="2072802"/>
              <a:ext cx="98010" cy="98752"/>
            </a:xfrm>
            <a:custGeom>
              <a:avLst/>
              <a:gdLst/>
              <a:ahLst/>
              <a:cxnLst/>
              <a:rect l="l" t="t" r="r" b="b"/>
              <a:pathLst>
                <a:path w="3036" h="3059" extrusionOk="0">
                  <a:moveTo>
                    <a:pt x="1507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3"/>
                    <a:pt x="1507" y="2793"/>
                  </a:cubicBezTo>
                  <a:cubicBezTo>
                    <a:pt x="820" y="2793"/>
                    <a:pt x="266" y="2216"/>
                    <a:pt x="266" y="1530"/>
                  </a:cubicBezTo>
                  <a:cubicBezTo>
                    <a:pt x="266" y="843"/>
                    <a:pt x="820" y="289"/>
                    <a:pt x="1507" y="289"/>
                  </a:cubicBezTo>
                  <a:close/>
                  <a:moveTo>
                    <a:pt x="1507" y="1"/>
                  </a:moveTo>
                  <a:cubicBezTo>
                    <a:pt x="732" y="1"/>
                    <a:pt x="67" y="621"/>
                    <a:pt x="0" y="1397"/>
                  </a:cubicBezTo>
                  <a:lnTo>
                    <a:pt x="133" y="1397"/>
                  </a:lnTo>
                  <a:lnTo>
                    <a:pt x="133" y="1663"/>
                  </a:lnTo>
                  <a:lnTo>
                    <a:pt x="0" y="1663"/>
                  </a:lnTo>
                  <a:cubicBezTo>
                    <a:pt x="67" y="2460"/>
                    <a:pt x="732" y="3058"/>
                    <a:pt x="1507" y="3058"/>
                  </a:cubicBezTo>
                  <a:cubicBezTo>
                    <a:pt x="2349" y="3058"/>
                    <a:pt x="3036" y="2372"/>
                    <a:pt x="3036" y="1530"/>
                  </a:cubicBezTo>
                  <a:cubicBezTo>
                    <a:pt x="3036" y="688"/>
                    <a:pt x="2349" y="1"/>
                    <a:pt x="150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6"/>
            <p:cNvSpPr/>
            <p:nvPr/>
          </p:nvSpPr>
          <p:spPr>
            <a:xfrm>
              <a:off x="2155015" y="2117869"/>
              <a:ext cx="4326" cy="8619"/>
            </a:xfrm>
            <a:custGeom>
              <a:avLst/>
              <a:gdLst/>
              <a:ahLst/>
              <a:cxnLst/>
              <a:rect l="l" t="t" r="r" b="b"/>
              <a:pathLst>
                <a:path w="134" h="267" extrusionOk="0">
                  <a:moveTo>
                    <a:pt x="0" y="1"/>
                  </a:moveTo>
                  <a:cubicBezTo>
                    <a:pt x="0" y="45"/>
                    <a:pt x="0" y="89"/>
                    <a:pt x="0" y="134"/>
                  </a:cubicBezTo>
                  <a:cubicBezTo>
                    <a:pt x="0" y="178"/>
                    <a:pt x="0" y="222"/>
                    <a:pt x="0" y="267"/>
                  </a:cubicBezTo>
                  <a:lnTo>
                    <a:pt x="133" y="267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6"/>
            <p:cNvSpPr/>
            <p:nvPr/>
          </p:nvSpPr>
          <p:spPr>
            <a:xfrm>
              <a:off x="1779502" y="1951936"/>
              <a:ext cx="3616" cy="8619"/>
            </a:xfrm>
            <a:custGeom>
              <a:avLst/>
              <a:gdLst/>
              <a:ahLst/>
              <a:cxnLst/>
              <a:rect l="l" t="t" r="r" b="b"/>
              <a:pathLst>
                <a:path w="112" h="267" extrusionOk="0">
                  <a:moveTo>
                    <a:pt x="89" y="0"/>
                  </a:moveTo>
                  <a:cubicBezTo>
                    <a:pt x="67" y="89"/>
                    <a:pt x="23" y="178"/>
                    <a:pt x="0" y="266"/>
                  </a:cubicBezTo>
                  <a:lnTo>
                    <a:pt x="111" y="26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6"/>
            <p:cNvSpPr/>
            <p:nvPr/>
          </p:nvSpPr>
          <p:spPr>
            <a:xfrm>
              <a:off x="951936" y="1951936"/>
              <a:ext cx="821138" cy="187432"/>
            </a:xfrm>
            <a:custGeom>
              <a:avLst/>
              <a:gdLst/>
              <a:ahLst/>
              <a:cxnLst/>
              <a:rect l="l" t="t" r="r" b="b"/>
              <a:pathLst>
                <a:path w="25436" h="5806" extrusionOk="0">
                  <a:moveTo>
                    <a:pt x="10436" y="0"/>
                  </a:moveTo>
                  <a:lnTo>
                    <a:pt x="4919" y="5539"/>
                  </a:lnTo>
                  <a:lnTo>
                    <a:pt x="0" y="5539"/>
                  </a:lnTo>
                  <a:lnTo>
                    <a:pt x="0" y="5805"/>
                  </a:lnTo>
                  <a:lnTo>
                    <a:pt x="5030" y="5805"/>
                  </a:lnTo>
                  <a:lnTo>
                    <a:pt x="10569" y="266"/>
                  </a:lnTo>
                  <a:lnTo>
                    <a:pt x="25369" y="266"/>
                  </a:lnTo>
                  <a:cubicBezTo>
                    <a:pt x="25369" y="178"/>
                    <a:pt x="25392" y="89"/>
                    <a:pt x="2543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6"/>
            <p:cNvSpPr/>
            <p:nvPr/>
          </p:nvSpPr>
          <p:spPr>
            <a:xfrm>
              <a:off x="851795" y="2077096"/>
              <a:ext cx="98752" cy="98752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1529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43" y="2792"/>
                    <a:pt x="266" y="2216"/>
                    <a:pt x="266" y="1530"/>
                  </a:cubicBezTo>
                  <a:cubicBezTo>
                    <a:pt x="266" y="843"/>
                    <a:pt x="843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1" y="688"/>
                    <a:pt x="1" y="1530"/>
                  </a:cubicBezTo>
                  <a:cubicBezTo>
                    <a:pt x="1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6"/>
            <p:cNvSpPr/>
            <p:nvPr/>
          </p:nvSpPr>
          <p:spPr>
            <a:xfrm>
              <a:off x="1770205" y="1919040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0"/>
                  </a:moveTo>
                  <a:cubicBezTo>
                    <a:pt x="864" y="0"/>
                    <a:pt x="288" y="421"/>
                    <a:pt x="89" y="1019"/>
                  </a:cubicBezTo>
                  <a:lnTo>
                    <a:pt x="377" y="1019"/>
                  </a:lnTo>
                  <a:cubicBezTo>
                    <a:pt x="576" y="576"/>
                    <a:pt x="1020" y="288"/>
                    <a:pt x="1529" y="288"/>
                  </a:cubicBez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70"/>
                    <a:pt x="1529" y="2770"/>
                  </a:cubicBezTo>
                  <a:cubicBezTo>
                    <a:pt x="842" y="2770"/>
                    <a:pt x="266" y="2216"/>
                    <a:pt x="266" y="1529"/>
                  </a:cubicBezTo>
                  <a:cubicBezTo>
                    <a:pt x="266" y="1440"/>
                    <a:pt x="288" y="1374"/>
                    <a:pt x="288" y="1285"/>
                  </a:cubicBezTo>
                  <a:lnTo>
                    <a:pt x="22" y="1285"/>
                  </a:lnTo>
                  <a:cubicBezTo>
                    <a:pt x="0" y="1374"/>
                    <a:pt x="0" y="1440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6"/>
            <p:cNvSpPr/>
            <p:nvPr/>
          </p:nvSpPr>
          <p:spPr>
            <a:xfrm>
              <a:off x="1770915" y="1951936"/>
              <a:ext cx="11460" cy="8619"/>
            </a:xfrm>
            <a:custGeom>
              <a:avLst/>
              <a:gdLst/>
              <a:ahLst/>
              <a:cxnLst/>
              <a:rect l="l" t="t" r="r" b="b"/>
              <a:pathLst>
                <a:path w="355" h="267" extrusionOk="0">
                  <a:moveTo>
                    <a:pt x="67" y="0"/>
                  </a:moveTo>
                  <a:cubicBezTo>
                    <a:pt x="23" y="89"/>
                    <a:pt x="0" y="178"/>
                    <a:pt x="0" y="266"/>
                  </a:cubicBezTo>
                  <a:lnTo>
                    <a:pt x="266" y="266"/>
                  </a:lnTo>
                  <a:cubicBezTo>
                    <a:pt x="289" y="178"/>
                    <a:pt x="333" y="89"/>
                    <a:pt x="35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0" name="Google Shape;1760;p26"/>
          <p:cNvGrpSpPr/>
          <p:nvPr/>
        </p:nvGrpSpPr>
        <p:grpSpPr>
          <a:xfrm rot="5400000">
            <a:off x="62511" y="2945039"/>
            <a:ext cx="182798" cy="598473"/>
            <a:chOff x="3638102" y="4583399"/>
            <a:chExt cx="182798" cy="598473"/>
          </a:xfrm>
        </p:grpSpPr>
        <p:sp>
          <p:nvSpPr>
            <p:cNvPr id="1761" name="Google Shape;1761;p26"/>
            <p:cNvSpPr/>
            <p:nvPr/>
          </p:nvSpPr>
          <p:spPr>
            <a:xfrm>
              <a:off x="3710947" y="4755502"/>
              <a:ext cx="21214" cy="426370"/>
            </a:xfrm>
            <a:custGeom>
              <a:avLst/>
              <a:gdLst/>
              <a:ahLst/>
              <a:cxnLst/>
              <a:rect l="l" t="t" r="r" b="b"/>
              <a:pathLst>
                <a:path w="355" h="7135" extrusionOk="0">
                  <a:moveTo>
                    <a:pt x="0" y="1"/>
                  </a:moveTo>
                  <a:lnTo>
                    <a:pt x="0" y="7135"/>
                  </a:lnTo>
                  <a:lnTo>
                    <a:pt x="355" y="7135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6"/>
            <p:cNvSpPr/>
            <p:nvPr/>
          </p:nvSpPr>
          <p:spPr>
            <a:xfrm>
              <a:off x="3638102" y="4583399"/>
              <a:ext cx="182798" cy="181424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1862" y="266"/>
                    <a:pt x="2172" y="399"/>
                    <a:pt x="2394" y="643"/>
                  </a:cubicBezTo>
                  <a:cubicBezTo>
                    <a:pt x="2638" y="864"/>
                    <a:pt x="2770" y="1175"/>
                    <a:pt x="2770" y="1507"/>
                  </a:cubicBezTo>
                  <a:cubicBezTo>
                    <a:pt x="2770" y="1839"/>
                    <a:pt x="2638" y="2172"/>
                    <a:pt x="2394" y="2393"/>
                  </a:cubicBezTo>
                  <a:cubicBezTo>
                    <a:pt x="2172" y="2637"/>
                    <a:pt x="1862" y="2770"/>
                    <a:pt x="1530" y="2770"/>
                  </a:cubicBezTo>
                  <a:cubicBezTo>
                    <a:pt x="1197" y="2770"/>
                    <a:pt x="865" y="2637"/>
                    <a:pt x="643" y="2393"/>
                  </a:cubicBezTo>
                  <a:cubicBezTo>
                    <a:pt x="400" y="2172"/>
                    <a:pt x="267" y="1839"/>
                    <a:pt x="267" y="1507"/>
                  </a:cubicBezTo>
                  <a:cubicBezTo>
                    <a:pt x="267" y="1175"/>
                    <a:pt x="400" y="864"/>
                    <a:pt x="643" y="643"/>
                  </a:cubicBezTo>
                  <a:cubicBezTo>
                    <a:pt x="865" y="399"/>
                    <a:pt x="1197" y="266"/>
                    <a:pt x="1530" y="266"/>
                  </a:cubicBezTo>
                  <a:close/>
                  <a:moveTo>
                    <a:pt x="1530" y="0"/>
                  </a:moveTo>
                  <a:cubicBezTo>
                    <a:pt x="1109" y="0"/>
                    <a:pt x="732" y="155"/>
                    <a:pt x="444" y="443"/>
                  </a:cubicBezTo>
                  <a:cubicBezTo>
                    <a:pt x="156" y="731"/>
                    <a:pt x="1" y="1108"/>
                    <a:pt x="1" y="1507"/>
                  </a:cubicBezTo>
                  <a:cubicBezTo>
                    <a:pt x="1" y="1928"/>
                    <a:pt x="156" y="2305"/>
                    <a:pt x="444" y="2593"/>
                  </a:cubicBezTo>
                  <a:cubicBezTo>
                    <a:pt x="732" y="2881"/>
                    <a:pt x="1109" y="3036"/>
                    <a:pt x="1530" y="3036"/>
                  </a:cubicBezTo>
                  <a:cubicBezTo>
                    <a:pt x="1928" y="3036"/>
                    <a:pt x="2305" y="2881"/>
                    <a:pt x="2593" y="2593"/>
                  </a:cubicBezTo>
                  <a:cubicBezTo>
                    <a:pt x="2881" y="2305"/>
                    <a:pt x="3058" y="1928"/>
                    <a:pt x="3058" y="1507"/>
                  </a:cubicBezTo>
                  <a:cubicBezTo>
                    <a:pt x="3058" y="1108"/>
                    <a:pt x="2881" y="731"/>
                    <a:pt x="2593" y="443"/>
                  </a:cubicBezTo>
                  <a:cubicBezTo>
                    <a:pt x="2305" y="155"/>
                    <a:pt x="1928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3" name="Google Shape;1763;p26"/>
          <p:cNvGrpSpPr/>
          <p:nvPr/>
        </p:nvGrpSpPr>
        <p:grpSpPr>
          <a:xfrm flipH="1">
            <a:off x="7724076" y="224975"/>
            <a:ext cx="1239039" cy="568423"/>
            <a:chOff x="208301" y="226025"/>
            <a:chExt cx="1239039" cy="568423"/>
          </a:xfrm>
        </p:grpSpPr>
        <p:sp>
          <p:nvSpPr>
            <p:cNvPr id="1764" name="Google Shape;1764;p26"/>
            <p:cNvSpPr/>
            <p:nvPr/>
          </p:nvSpPr>
          <p:spPr>
            <a:xfrm>
              <a:off x="332791" y="266933"/>
              <a:ext cx="1007840" cy="482141"/>
            </a:xfrm>
            <a:custGeom>
              <a:avLst/>
              <a:gdLst/>
              <a:ahLst/>
              <a:cxnLst/>
              <a:rect l="l" t="t" r="r" b="b"/>
              <a:pathLst>
                <a:path w="25105" h="12010" extrusionOk="0">
                  <a:moveTo>
                    <a:pt x="18612" y="1"/>
                  </a:moveTo>
                  <a:lnTo>
                    <a:pt x="6869" y="11721"/>
                  </a:lnTo>
                  <a:lnTo>
                    <a:pt x="1" y="11721"/>
                  </a:lnTo>
                  <a:lnTo>
                    <a:pt x="1" y="12010"/>
                  </a:lnTo>
                  <a:lnTo>
                    <a:pt x="7002" y="12010"/>
                  </a:lnTo>
                  <a:lnTo>
                    <a:pt x="18723" y="267"/>
                  </a:lnTo>
                  <a:lnTo>
                    <a:pt x="25104" y="267"/>
                  </a:lnTo>
                  <a:lnTo>
                    <a:pt x="25104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6"/>
            <p:cNvSpPr/>
            <p:nvPr/>
          </p:nvSpPr>
          <p:spPr>
            <a:xfrm>
              <a:off x="208301" y="671644"/>
              <a:ext cx="122763" cy="122804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67"/>
                  </a:moveTo>
                  <a:cubicBezTo>
                    <a:pt x="2216" y="267"/>
                    <a:pt x="2770" y="843"/>
                    <a:pt x="2770" y="1530"/>
                  </a:cubicBezTo>
                  <a:cubicBezTo>
                    <a:pt x="2770" y="2217"/>
                    <a:pt x="2216" y="2770"/>
                    <a:pt x="1529" y="2770"/>
                  </a:cubicBezTo>
                  <a:cubicBezTo>
                    <a:pt x="842" y="2770"/>
                    <a:pt x="266" y="2217"/>
                    <a:pt x="266" y="1530"/>
                  </a:cubicBezTo>
                  <a:cubicBezTo>
                    <a:pt x="266" y="843"/>
                    <a:pt x="842" y="267"/>
                    <a:pt x="1529" y="267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8"/>
                    <a:pt x="0" y="1530"/>
                  </a:cubicBezTo>
                  <a:cubicBezTo>
                    <a:pt x="0" y="2372"/>
                    <a:pt x="687" y="3058"/>
                    <a:pt x="1529" y="3058"/>
                  </a:cubicBezTo>
                  <a:cubicBezTo>
                    <a:pt x="2371" y="3058"/>
                    <a:pt x="3058" y="2372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26"/>
            <p:cNvSpPr/>
            <p:nvPr/>
          </p:nvSpPr>
          <p:spPr>
            <a:xfrm>
              <a:off x="1324576" y="226025"/>
              <a:ext cx="122763" cy="122804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89"/>
                  </a:moveTo>
                  <a:cubicBezTo>
                    <a:pt x="2216" y="289"/>
                    <a:pt x="2770" y="843"/>
                    <a:pt x="2770" y="1529"/>
                  </a:cubicBezTo>
                  <a:cubicBezTo>
                    <a:pt x="2770" y="2216"/>
                    <a:pt x="2216" y="2770"/>
                    <a:pt x="1529" y="2770"/>
                  </a:cubicBezTo>
                  <a:cubicBezTo>
                    <a:pt x="842" y="2770"/>
                    <a:pt x="288" y="2216"/>
                    <a:pt x="288" y="1529"/>
                  </a:cubicBezTo>
                  <a:cubicBezTo>
                    <a:pt x="288" y="843"/>
                    <a:pt x="842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7" name="Google Shape;1767;p26"/>
          <p:cNvGrpSpPr/>
          <p:nvPr/>
        </p:nvGrpSpPr>
        <p:grpSpPr>
          <a:xfrm>
            <a:off x="-291009" y="1423882"/>
            <a:ext cx="889837" cy="986391"/>
            <a:chOff x="-138609" y="2210165"/>
            <a:chExt cx="889837" cy="986391"/>
          </a:xfrm>
        </p:grpSpPr>
        <p:grpSp>
          <p:nvGrpSpPr>
            <p:cNvPr id="1768" name="Google Shape;1768;p26"/>
            <p:cNvGrpSpPr/>
            <p:nvPr/>
          </p:nvGrpSpPr>
          <p:grpSpPr>
            <a:xfrm flipH="1">
              <a:off x="-138609" y="2517039"/>
              <a:ext cx="889837" cy="679518"/>
              <a:chOff x="-350462" y="2364639"/>
              <a:chExt cx="889837" cy="679518"/>
            </a:xfrm>
          </p:grpSpPr>
          <p:sp>
            <p:nvSpPr>
              <p:cNvPr id="1769" name="Google Shape;1769;p26"/>
              <p:cNvSpPr/>
              <p:nvPr/>
            </p:nvSpPr>
            <p:spPr>
              <a:xfrm>
                <a:off x="-350462" y="2364639"/>
                <a:ext cx="98752" cy="98010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2216" y="266"/>
                      <a:pt x="2770" y="820"/>
                      <a:pt x="2770" y="1529"/>
                    </a:cubicBezTo>
                    <a:cubicBezTo>
                      <a:pt x="2770" y="2216"/>
                      <a:pt x="2216" y="2770"/>
                      <a:pt x="1530" y="2770"/>
                    </a:cubicBezTo>
                    <a:cubicBezTo>
                      <a:pt x="843" y="2770"/>
                      <a:pt x="267" y="2216"/>
                      <a:pt x="267" y="1529"/>
                    </a:cubicBezTo>
                    <a:cubicBezTo>
                      <a:pt x="267" y="820"/>
                      <a:pt x="843" y="266"/>
                      <a:pt x="1530" y="266"/>
                    </a:cubicBezTo>
                    <a:close/>
                    <a:moveTo>
                      <a:pt x="1530" y="1"/>
                    </a:moveTo>
                    <a:cubicBezTo>
                      <a:pt x="688" y="1"/>
                      <a:pt x="1" y="687"/>
                      <a:pt x="1" y="1529"/>
                    </a:cubicBezTo>
                    <a:cubicBezTo>
                      <a:pt x="1" y="2371"/>
                      <a:pt x="688" y="3036"/>
                      <a:pt x="1530" y="3036"/>
                    </a:cubicBezTo>
                    <a:cubicBezTo>
                      <a:pt x="2371" y="3036"/>
                      <a:pt x="3058" y="2371"/>
                      <a:pt x="3058" y="1529"/>
                    </a:cubicBezTo>
                    <a:cubicBezTo>
                      <a:pt x="3058" y="1507"/>
                      <a:pt x="3058" y="1507"/>
                      <a:pt x="3058" y="1507"/>
                    </a:cubicBezTo>
                    <a:lnTo>
                      <a:pt x="2815" y="1507"/>
                    </a:lnTo>
                    <a:lnTo>
                      <a:pt x="2815" y="1219"/>
                    </a:lnTo>
                    <a:lnTo>
                      <a:pt x="3036" y="1219"/>
                    </a:lnTo>
                    <a:cubicBezTo>
                      <a:pt x="2881" y="532"/>
                      <a:pt x="2261" y="1"/>
                      <a:pt x="15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26"/>
              <p:cNvSpPr/>
              <p:nvPr/>
            </p:nvSpPr>
            <p:spPr>
              <a:xfrm>
                <a:off x="-36448" y="2744446"/>
                <a:ext cx="575823" cy="299711"/>
              </a:xfrm>
              <a:custGeom>
                <a:avLst/>
                <a:gdLst/>
                <a:ahLst/>
                <a:cxnLst/>
                <a:rect l="l" t="t" r="r" b="b"/>
                <a:pathLst>
                  <a:path w="17837" h="9284" extrusionOk="0">
                    <a:moveTo>
                      <a:pt x="0" y="1"/>
                    </a:moveTo>
                    <a:cubicBezTo>
                      <a:pt x="0" y="67"/>
                      <a:pt x="23" y="111"/>
                      <a:pt x="23" y="178"/>
                    </a:cubicBezTo>
                    <a:cubicBezTo>
                      <a:pt x="23" y="200"/>
                      <a:pt x="0" y="244"/>
                      <a:pt x="0" y="266"/>
                    </a:cubicBezTo>
                    <a:lnTo>
                      <a:pt x="8819" y="266"/>
                    </a:lnTo>
                    <a:lnTo>
                      <a:pt x="17836" y="9284"/>
                    </a:lnTo>
                    <a:lnTo>
                      <a:pt x="17836" y="8885"/>
                    </a:lnTo>
                    <a:lnTo>
                      <a:pt x="8929" y="1"/>
                    </a:ln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26"/>
              <p:cNvSpPr/>
              <p:nvPr/>
            </p:nvSpPr>
            <p:spPr>
              <a:xfrm>
                <a:off x="-252452" y="2403991"/>
                <a:ext cx="791825" cy="474230"/>
              </a:xfrm>
              <a:custGeom>
                <a:avLst/>
                <a:gdLst/>
                <a:ahLst/>
                <a:cxnLst/>
                <a:rect l="l" t="t" r="r" b="b"/>
                <a:pathLst>
                  <a:path w="24528" h="14690" extrusionOk="0">
                    <a:moveTo>
                      <a:pt x="0" y="0"/>
                    </a:moveTo>
                    <a:cubicBezTo>
                      <a:pt x="0" y="89"/>
                      <a:pt x="22" y="200"/>
                      <a:pt x="22" y="288"/>
                    </a:cubicBezTo>
                    <a:lnTo>
                      <a:pt x="10103" y="288"/>
                    </a:lnTo>
                    <a:lnTo>
                      <a:pt x="24527" y="14690"/>
                    </a:lnTo>
                    <a:lnTo>
                      <a:pt x="24527" y="14313"/>
                    </a:lnTo>
                    <a:lnTo>
                      <a:pt x="10214" y="0"/>
                    </a:ln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26"/>
              <p:cNvSpPr/>
              <p:nvPr/>
            </p:nvSpPr>
            <p:spPr>
              <a:xfrm>
                <a:off x="-134458" y="2700832"/>
                <a:ext cx="98042" cy="98720"/>
              </a:xfrm>
              <a:custGeom>
                <a:avLst/>
                <a:gdLst/>
                <a:ahLst/>
                <a:cxnLst/>
                <a:rect l="l" t="t" r="r" b="b"/>
                <a:pathLst>
                  <a:path w="3037" h="3058" extrusionOk="0">
                    <a:moveTo>
                      <a:pt x="1530" y="0"/>
                    </a:moveTo>
                    <a:cubicBezTo>
                      <a:pt x="688" y="0"/>
                      <a:pt x="1" y="687"/>
                      <a:pt x="1" y="1529"/>
                    </a:cubicBezTo>
                    <a:cubicBezTo>
                      <a:pt x="1" y="2371"/>
                      <a:pt x="688" y="3058"/>
                      <a:pt x="1530" y="3058"/>
                    </a:cubicBezTo>
                    <a:cubicBezTo>
                      <a:pt x="2327" y="3058"/>
                      <a:pt x="2992" y="2415"/>
                      <a:pt x="3036" y="1617"/>
                    </a:cubicBezTo>
                    <a:lnTo>
                      <a:pt x="2771" y="1617"/>
                    </a:lnTo>
                    <a:lnTo>
                      <a:pt x="2771" y="1573"/>
                    </a:lnTo>
                    <a:cubicBezTo>
                      <a:pt x="2748" y="2238"/>
                      <a:pt x="2194" y="2770"/>
                      <a:pt x="1530" y="2770"/>
                    </a:cubicBezTo>
                    <a:cubicBezTo>
                      <a:pt x="843" y="2770"/>
                      <a:pt x="267" y="2216"/>
                      <a:pt x="267" y="1529"/>
                    </a:cubicBezTo>
                    <a:cubicBezTo>
                      <a:pt x="267" y="842"/>
                      <a:pt x="843" y="266"/>
                      <a:pt x="1530" y="266"/>
                    </a:cubicBezTo>
                    <a:cubicBezTo>
                      <a:pt x="2194" y="266"/>
                      <a:pt x="2748" y="820"/>
                      <a:pt x="2771" y="1484"/>
                    </a:cubicBezTo>
                    <a:lnTo>
                      <a:pt x="2771" y="1352"/>
                    </a:lnTo>
                    <a:lnTo>
                      <a:pt x="3036" y="1352"/>
                    </a:lnTo>
                    <a:cubicBezTo>
                      <a:pt x="2948" y="598"/>
                      <a:pt x="2305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73" name="Google Shape;1773;p26"/>
            <p:cNvSpPr/>
            <p:nvPr/>
          </p:nvSpPr>
          <p:spPr>
            <a:xfrm flipH="1">
              <a:off x="652475" y="2210165"/>
              <a:ext cx="98752" cy="98010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2216" y="266"/>
                    <a:pt x="2770" y="820"/>
                    <a:pt x="2770" y="1529"/>
                  </a:cubicBezTo>
                  <a:cubicBezTo>
                    <a:pt x="2770" y="2216"/>
                    <a:pt x="2216" y="2770"/>
                    <a:pt x="1530" y="2770"/>
                  </a:cubicBezTo>
                  <a:cubicBezTo>
                    <a:pt x="843" y="2770"/>
                    <a:pt x="267" y="2216"/>
                    <a:pt x="267" y="1529"/>
                  </a:cubicBezTo>
                  <a:cubicBezTo>
                    <a:pt x="267" y="820"/>
                    <a:pt x="843" y="266"/>
                    <a:pt x="1530" y="266"/>
                  </a:cubicBezTo>
                  <a:close/>
                  <a:moveTo>
                    <a:pt x="1530" y="1"/>
                  </a:moveTo>
                  <a:cubicBezTo>
                    <a:pt x="688" y="1"/>
                    <a:pt x="1" y="687"/>
                    <a:pt x="1" y="1529"/>
                  </a:cubicBezTo>
                  <a:cubicBezTo>
                    <a:pt x="1" y="2371"/>
                    <a:pt x="688" y="3036"/>
                    <a:pt x="1530" y="3036"/>
                  </a:cubicBezTo>
                  <a:cubicBezTo>
                    <a:pt x="2371" y="3036"/>
                    <a:pt x="3058" y="2371"/>
                    <a:pt x="3058" y="1529"/>
                  </a:cubicBezTo>
                  <a:cubicBezTo>
                    <a:pt x="3058" y="1507"/>
                    <a:pt x="3058" y="1507"/>
                    <a:pt x="3058" y="1507"/>
                  </a:cubicBezTo>
                  <a:lnTo>
                    <a:pt x="2815" y="1507"/>
                  </a:lnTo>
                  <a:lnTo>
                    <a:pt x="2815" y="1219"/>
                  </a:lnTo>
                  <a:lnTo>
                    <a:pt x="3036" y="1219"/>
                  </a:lnTo>
                  <a:cubicBezTo>
                    <a:pt x="2881" y="532"/>
                    <a:pt x="2261" y="1"/>
                    <a:pt x="1530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6"/>
            <p:cNvSpPr/>
            <p:nvPr/>
          </p:nvSpPr>
          <p:spPr>
            <a:xfrm flipH="1">
              <a:off x="-138608" y="2249518"/>
              <a:ext cx="791825" cy="474230"/>
            </a:xfrm>
            <a:custGeom>
              <a:avLst/>
              <a:gdLst/>
              <a:ahLst/>
              <a:cxnLst/>
              <a:rect l="l" t="t" r="r" b="b"/>
              <a:pathLst>
                <a:path w="24528" h="14690" extrusionOk="0">
                  <a:moveTo>
                    <a:pt x="0" y="0"/>
                  </a:moveTo>
                  <a:cubicBezTo>
                    <a:pt x="0" y="89"/>
                    <a:pt x="22" y="200"/>
                    <a:pt x="22" y="288"/>
                  </a:cubicBezTo>
                  <a:lnTo>
                    <a:pt x="10103" y="288"/>
                  </a:lnTo>
                  <a:lnTo>
                    <a:pt x="24527" y="14690"/>
                  </a:lnTo>
                  <a:lnTo>
                    <a:pt x="24527" y="14313"/>
                  </a:lnTo>
                  <a:lnTo>
                    <a:pt x="10214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5" name="Google Shape;1775;p26"/>
          <p:cNvGrpSpPr/>
          <p:nvPr/>
        </p:nvGrpSpPr>
        <p:grpSpPr>
          <a:xfrm>
            <a:off x="8362327" y="2257631"/>
            <a:ext cx="399883" cy="381256"/>
            <a:chOff x="6113337" y="393160"/>
            <a:chExt cx="399883" cy="381256"/>
          </a:xfrm>
        </p:grpSpPr>
        <p:sp>
          <p:nvSpPr>
            <p:cNvPr id="1776" name="Google Shape;1776;p26"/>
            <p:cNvSpPr/>
            <p:nvPr/>
          </p:nvSpPr>
          <p:spPr>
            <a:xfrm>
              <a:off x="6113337" y="393160"/>
              <a:ext cx="399883" cy="381256"/>
            </a:xfrm>
            <a:custGeom>
              <a:avLst/>
              <a:gdLst/>
              <a:ahLst/>
              <a:cxnLst/>
              <a:rect l="l" t="t" r="r" b="b"/>
              <a:pathLst>
                <a:path w="12387" h="11810" extrusionOk="0">
                  <a:moveTo>
                    <a:pt x="5917" y="798"/>
                  </a:moveTo>
                  <a:cubicBezTo>
                    <a:pt x="7224" y="798"/>
                    <a:pt x="8531" y="1285"/>
                    <a:pt x="9528" y="2282"/>
                  </a:cubicBezTo>
                  <a:cubicBezTo>
                    <a:pt x="11522" y="4276"/>
                    <a:pt x="11522" y="7533"/>
                    <a:pt x="9528" y="9527"/>
                  </a:cubicBezTo>
                  <a:cubicBezTo>
                    <a:pt x="8553" y="10480"/>
                    <a:pt x="7268" y="11012"/>
                    <a:pt x="5917" y="11012"/>
                  </a:cubicBezTo>
                  <a:cubicBezTo>
                    <a:pt x="4543" y="11012"/>
                    <a:pt x="3258" y="10480"/>
                    <a:pt x="2283" y="9527"/>
                  </a:cubicBezTo>
                  <a:cubicBezTo>
                    <a:pt x="1330" y="8552"/>
                    <a:pt x="799" y="7267"/>
                    <a:pt x="799" y="5894"/>
                  </a:cubicBezTo>
                  <a:cubicBezTo>
                    <a:pt x="799" y="4542"/>
                    <a:pt x="1330" y="3257"/>
                    <a:pt x="2283" y="2282"/>
                  </a:cubicBezTo>
                  <a:cubicBezTo>
                    <a:pt x="3280" y="1285"/>
                    <a:pt x="4609" y="798"/>
                    <a:pt x="5917" y="798"/>
                  </a:cubicBezTo>
                  <a:close/>
                  <a:moveTo>
                    <a:pt x="5906" y="0"/>
                  </a:moveTo>
                  <a:cubicBezTo>
                    <a:pt x="4393" y="0"/>
                    <a:pt x="2881" y="576"/>
                    <a:pt x="1729" y="1728"/>
                  </a:cubicBezTo>
                  <a:cubicBezTo>
                    <a:pt x="621" y="2836"/>
                    <a:pt x="1" y="4321"/>
                    <a:pt x="1" y="5894"/>
                  </a:cubicBezTo>
                  <a:cubicBezTo>
                    <a:pt x="1" y="7489"/>
                    <a:pt x="621" y="8973"/>
                    <a:pt x="1729" y="10081"/>
                  </a:cubicBezTo>
                  <a:cubicBezTo>
                    <a:pt x="2859" y="11189"/>
                    <a:pt x="4344" y="11809"/>
                    <a:pt x="5917" y="11809"/>
                  </a:cubicBezTo>
                  <a:cubicBezTo>
                    <a:pt x="7490" y="11809"/>
                    <a:pt x="8974" y="11189"/>
                    <a:pt x="10082" y="10081"/>
                  </a:cubicBezTo>
                  <a:cubicBezTo>
                    <a:pt x="12386" y="7777"/>
                    <a:pt x="12386" y="4033"/>
                    <a:pt x="10082" y="1728"/>
                  </a:cubicBezTo>
                  <a:cubicBezTo>
                    <a:pt x="8930" y="576"/>
                    <a:pt x="7418" y="0"/>
                    <a:pt x="5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6"/>
            <p:cNvSpPr/>
            <p:nvPr/>
          </p:nvSpPr>
          <p:spPr>
            <a:xfrm>
              <a:off x="6222775" y="502599"/>
              <a:ext cx="162413" cy="162381"/>
            </a:xfrm>
            <a:custGeom>
              <a:avLst/>
              <a:gdLst/>
              <a:ahLst/>
              <a:cxnLst/>
              <a:rect l="l" t="t" r="r" b="b"/>
              <a:pathLst>
                <a:path w="5031" h="5030" extrusionOk="0">
                  <a:moveTo>
                    <a:pt x="2527" y="0"/>
                  </a:moveTo>
                  <a:cubicBezTo>
                    <a:pt x="1131" y="0"/>
                    <a:pt x="1" y="1130"/>
                    <a:pt x="1" y="2504"/>
                  </a:cubicBezTo>
                  <a:cubicBezTo>
                    <a:pt x="1" y="3900"/>
                    <a:pt x="1131" y="5030"/>
                    <a:pt x="2527" y="5030"/>
                  </a:cubicBezTo>
                  <a:cubicBezTo>
                    <a:pt x="3900" y="5030"/>
                    <a:pt x="5030" y="3900"/>
                    <a:pt x="5030" y="2504"/>
                  </a:cubicBezTo>
                  <a:cubicBezTo>
                    <a:pt x="5030" y="1130"/>
                    <a:pt x="3900" y="0"/>
                    <a:pt x="25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8" name="Google Shape;1778;p26"/>
          <p:cNvGrpSpPr/>
          <p:nvPr/>
        </p:nvGrpSpPr>
        <p:grpSpPr>
          <a:xfrm>
            <a:off x="2775263" y="4536925"/>
            <a:ext cx="881930" cy="325254"/>
            <a:chOff x="4761438" y="4276425"/>
            <a:chExt cx="881930" cy="325254"/>
          </a:xfrm>
        </p:grpSpPr>
        <p:sp>
          <p:nvSpPr>
            <p:cNvPr id="1779" name="Google Shape;1779;p26"/>
            <p:cNvSpPr/>
            <p:nvPr/>
          </p:nvSpPr>
          <p:spPr>
            <a:xfrm>
              <a:off x="5424363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93" y="399"/>
                  </a:moveTo>
                  <a:lnTo>
                    <a:pt x="2593" y="2659"/>
                  </a:lnTo>
                  <a:lnTo>
                    <a:pt x="399" y="2659"/>
                  </a:lnTo>
                  <a:lnTo>
                    <a:pt x="399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69" y="3036"/>
                  </a:lnTo>
                  <a:lnTo>
                    <a:pt x="29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26"/>
            <p:cNvSpPr/>
            <p:nvPr/>
          </p:nvSpPr>
          <p:spPr>
            <a:xfrm>
              <a:off x="5235220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99"/>
                  </a:moveTo>
                  <a:lnTo>
                    <a:pt x="2571" y="2659"/>
                  </a:lnTo>
                  <a:lnTo>
                    <a:pt x="399" y="2659"/>
                  </a:lnTo>
                  <a:lnTo>
                    <a:pt x="399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26"/>
            <p:cNvSpPr/>
            <p:nvPr/>
          </p:nvSpPr>
          <p:spPr>
            <a:xfrm>
              <a:off x="5046076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99"/>
                  </a:moveTo>
                  <a:lnTo>
                    <a:pt x="2571" y="2659"/>
                  </a:lnTo>
                  <a:lnTo>
                    <a:pt x="400" y="2659"/>
                  </a:lnTo>
                  <a:lnTo>
                    <a:pt x="400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26"/>
            <p:cNvSpPr/>
            <p:nvPr/>
          </p:nvSpPr>
          <p:spPr>
            <a:xfrm>
              <a:off x="4856933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99"/>
                  </a:moveTo>
                  <a:lnTo>
                    <a:pt x="2571" y="2659"/>
                  </a:lnTo>
                  <a:lnTo>
                    <a:pt x="400" y="2659"/>
                  </a:lnTo>
                  <a:lnTo>
                    <a:pt x="400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26"/>
            <p:cNvSpPr/>
            <p:nvPr/>
          </p:nvSpPr>
          <p:spPr>
            <a:xfrm>
              <a:off x="5360094" y="4529884"/>
              <a:ext cx="64310" cy="15899"/>
            </a:xfrm>
            <a:custGeom>
              <a:avLst/>
              <a:gdLst/>
              <a:ahLst/>
              <a:cxnLst/>
              <a:rect l="l" t="t" r="r" b="b"/>
              <a:pathLst>
                <a:path w="1529" h="378" extrusionOk="0">
                  <a:moveTo>
                    <a:pt x="0" y="1"/>
                  </a:moveTo>
                  <a:lnTo>
                    <a:pt x="0" y="378"/>
                  </a:lnTo>
                  <a:lnTo>
                    <a:pt x="1529" y="37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26"/>
            <p:cNvSpPr/>
            <p:nvPr/>
          </p:nvSpPr>
          <p:spPr>
            <a:xfrm>
              <a:off x="5170951" y="4529884"/>
              <a:ext cx="64352" cy="15899"/>
            </a:xfrm>
            <a:custGeom>
              <a:avLst/>
              <a:gdLst/>
              <a:ahLst/>
              <a:cxnLst/>
              <a:rect l="l" t="t" r="r" b="b"/>
              <a:pathLst>
                <a:path w="1530" h="378" extrusionOk="0">
                  <a:moveTo>
                    <a:pt x="0" y="1"/>
                  </a:moveTo>
                  <a:lnTo>
                    <a:pt x="0" y="378"/>
                  </a:lnTo>
                  <a:lnTo>
                    <a:pt x="1529" y="37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26"/>
            <p:cNvSpPr/>
            <p:nvPr/>
          </p:nvSpPr>
          <p:spPr>
            <a:xfrm>
              <a:off x="4981808" y="4529884"/>
              <a:ext cx="64352" cy="15899"/>
            </a:xfrm>
            <a:custGeom>
              <a:avLst/>
              <a:gdLst/>
              <a:ahLst/>
              <a:cxnLst/>
              <a:rect l="l" t="t" r="r" b="b"/>
              <a:pathLst>
                <a:path w="1530" h="378" extrusionOk="0">
                  <a:moveTo>
                    <a:pt x="0" y="1"/>
                  </a:moveTo>
                  <a:lnTo>
                    <a:pt x="0" y="378"/>
                  </a:lnTo>
                  <a:lnTo>
                    <a:pt x="1529" y="37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26"/>
            <p:cNvSpPr/>
            <p:nvPr/>
          </p:nvSpPr>
          <p:spPr>
            <a:xfrm>
              <a:off x="4761438" y="4529884"/>
              <a:ext cx="99766" cy="15899"/>
            </a:xfrm>
            <a:custGeom>
              <a:avLst/>
              <a:gdLst/>
              <a:ahLst/>
              <a:cxnLst/>
              <a:rect l="l" t="t" r="r" b="b"/>
              <a:pathLst>
                <a:path w="2372" h="378" extrusionOk="0">
                  <a:moveTo>
                    <a:pt x="0" y="1"/>
                  </a:moveTo>
                  <a:lnTo>
                    <a:pt x="0" y="378"/>
                  </a:lnTo>
                  <a:lnTo>
                    <a:pt x="2371" y="378"/>
                  </a:lnTo>
                  <a:lnTo>
                    <a:pt x="237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26"/>
            <p:cNvSpPr/>
            <p:nvPr/>
          </p:nvSpPr>
          <p:spPr>
            <a:xfrm>
              <a:off x="5544569" y="4529884"/>
              <a:ext cx="98799" cy="15899"/>
            </a:xfrm>
            <a:custGeom>
              <a:avLst/>
              <a:gdLst/>
              <a:ahLst/>
              <a:cxnLst/>
              <a:rect l="l" t="t" r="r" b="b"/>
              <a:pathLst>
                <a:path w="2349" h="378" extrusionOk="0">
                  <a:moveTo>
                    <a:pt x="0" y="1"/>
                  </a:moveTo>
                  <a:lnTo>
                    <a:pt x="0" y="378"/>
                  </a:lnTo>
                  <a:lnTo>
                    <a:pt x="2349" y="378"/>
                  </a:lnTo>
                  <a:lnTo>
                    <a:pt x="234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26"/>
            <p:cNvSpPr/>
            <p:nvPr/>
          </p:nvSpPr>
          <p:spPr>
            <a:xfrm>
              <a:off x="5424363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93" y="377"/>
                  </a:moveTo>
                  <a:lnTo>
                    <a:pt x="2593" y="2637"/>
                  </a:lnTo>
                  <a:lnTo>
                    <a:pt x="399" y="2637"/>
                  </a:lnTo>
                  <a:lnTo>
                    <a:pt x="399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69" y="3036"/>
                  </a:lnTo>
                  <a:lnTo>
                    <a:pt x="29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26"/>
            <p:cNvSpPr/>
            <p:nvPr/>
          </p:nvSpPr>
          <p:spPr>
            <a:xfrm>
              <a:off x="5235220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77"/>
                  </a:moveTo>
                  <a:lnTo>
                    <a:pt x="2571" y="2637"/>
                  </a:lnTo>
                  <a:lnTo>
                    <a:pt x="399" y="2637"/>
                  </a:lnTo>
                  <a:lnTo>
                    <a:pt x="399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26"/>
            <p:cNvSpPr/>
            <p:nvPr/>
          </p:nvSpPr>
          <p:spPr>
            <a:xfrm>
              <a:off x="5046076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77"/>
                  </a:moveTo>
                  <a:lnTo>
                    <a:pt x="2571" y="2637"/>
                  </a:lnTo>
                  <a:lnTo>
                    <a:pt x="400" y="2637"/>
                  </a:lnTo>
                  <a:lnTo>
                    <a:pt x="400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6"/>
            <p:cNvSpPr/>
            <p:nvPr/>
          </p:nvSpPr>
          <p:spPr>
            <a:xfrm>
              <a:off x="4856933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77"/>
                  </a:moveTo>
                  <a:lnTo>
                    <a:pt x="2571" y="2637"/>
                  </a:lnTo>
                  <a:lnTo>
                    <a:pt x="400" y="2637"/>
                  </a:lnTo>
                  <a:lnTo>
                    <a:pt x="400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6"/>
            <p:cNvSpPr/>
            <p:nvPr/>
          </p:nvSpPr>
          <p:spPr>
            <a:xfrm>
              <a:off x="5360094" y="4331399"/>
              <a:ext cx="64310" cy="16824"/>
            </a:xfrm>
            <a:custGeom>
              <a:avLst/>
              <a:gdLst/>
              <a:ahLst/>
              <a:cxnLst/>
              <a:rect l="l" t="t" r="r" b="b"/>
              <a:pathLst>
                <a:path w="1529" h="400" extrusionOk="0">
                  <a:moveTo>
                    <a:pt x="0" y="1"/>
                  </a:moveTo>
                  <a:lnTo>
                    <a:pt x="0" y="400"/>
                  </a:lnTo>
                  <a:lnTo>
                    <a:pt x="1529" y="40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6"/>
            <p:cNvSpPr/>
            <p:nvPr/>
          </p:nvSpPr>
          <p:spPr>
            <a:xfrm>
              <a:off x="5170951" y="4331399"/>
              <a:ext cx="64352" cy="16824"/>
            </a:xfrm>
            <a:custGeom>
              <a:avLst/>
              <a:gdLst/>
              <a:ahLst/>
              <a:cxnLst/>
              <a:rect l="l" t="t" r="r" b="b"/>
              <a:pathLst>
                <a:path w="1530" h="400" extrusionOk="0">
                  <a:moveTo>
                    <a:pt x="0" y="1"/>
                  </a:moveTo>
                  <a:lnTo>
                    <a:pt x="0" y="400"/>
                  </a:lnTo>
                  <a:lnTo>
                    <a:pt x="1529" y="40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6"/>
            <p:cNvSpPr/>
            <p:nvPr/>
          </p:nvSpPr>
          <p:spPr>
            <a:xfrm>
              <a:off x="4981808" y="4331399"/>
              <a:ext cx="64352" cy="16824"/>
            </a:xfrm>
            <a:custGeom>
              <a:avLst/>
              <a:gdLst/>
              <a:ahLst/>
              <a:cxnLst/>
              <a:rect l="l" t="t" r="r" b="b"/>
              <a:pathLst>
                <a:path w="1530" h="400" extrusionOk="0">
                  <a:moveTo>
                    <a:pt x="0" y="1"/>
                  </a:moveTo>
                  <a:lnTo>
                    <a:pt x="0" y="400"/>
                  </a:lnTo>
                  <a:lnTo>
                    <a:pt x="1529" y="40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26"/>
            <p:cNvSpPr/>
            <p:nvPr/>
          </p:nvSpPr>
          <p:spPr>
            <a:xfrm>
              <a:off x="4761438" y="4331399"/>
              <a:ext cx="99766" cy="16824"/>
            </a:xfrm>
            <a:custGeom>
              <a:avLst/>
              <a:gdLst/>
              <a:ahLst/>
              <a:cxnLst/>
              <a:rect l="l" t="t" r="r" b="b"/>
              <a:pathLst>
                <a:path w="2372" h="400" extrusionOk="0">
                  <a:moveTo>
                    <a:pt x="0" y="1"/>
                  </a:moveTo>
                  <a:lnTo>
                    <a:pt x="0" y="400"/>
                  </a:lnTo>
                  <a:lnTo>
                    <a:pt x="2371" y="400"/>
                  </a:lnTo>
                  <a:lnTo>
                    <a:pt x="237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26"/>
            <p:cNvSpPr/>
            <p:nvPr/>
          </p:nvSpPr>
          <p:spPr>
            <a:xfrm>
              <a:off x="5544569" y="4331399"/>
              <a:ext cx="98799" cy="16824"/>
            </a:xfrm>
            <a:custGeom>
              <a:avLst/>
              <a:gdLst/>
              <a:ahLst/>
              <a:cxnLst/>
              <a:rect l="l" t="t" r="r" b="b"/>
              <a:pathLst>
                <a:path w="2349" h="400" extrusionOk="0">
                  <a:moveTo>
                    <a:pt x="0" y="1"/>
                  </a:moveTo>
                  <a:lnTo>
                    <a:pt x="0" y="400"/>
                  </a:lnTo>
                  <a:lnTo>
                    <a:pt x="2349" y="400"/>
                  </a:lnTo>
                  <a:lnTo>
                    <a:pt x="234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2">
    <p:spTree>
      <p:nvGrpSpPr>
        <p:cNvPr id="1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8" name="Google Shape;1798;p27"/>
          <p:cNvGrpSpPr/>
          <p:nvPr/>
        </p:nvGrpSpPr>
        <p:grpSpPr>
          <a:xfrm flipH="1">
            <a:off x="419673" y="4440169"/>
            <a:ext cx="399883" cy="381256"/>
            <a:chOff x="6113337" y="393160"/>
            <a:chExt cx="399883" cy="381256"/>
          </a:xfrm>
        </p:grpSpPr>
        <p:sp>
          <p:nvSpPr>
            <p:cNvPr id="1799" name="Google Shape;1799;p27"/>
            <p:cNvSpPr/>
            <p:nvPr/>
          </p:nvSpPr>
          <p:spPr>
            <a:xfrm>
              <a:off x="6113337" y="393160"/>
              <a:ext cx="399883" cy="381256"/>
            </a:xfrm>
            <a:custGeom>
              <a:avLst/>
              <a:gdLst/>
              <a:ahLst/>
              <a:cxnLst/>
              <a:rect l="l" t="t" r="r" b="b"/>
              <a:pathLst>
                <a:path w="12387" h="11810" extrusionOk="0">
                  <a:moveTo>
                    <a:pt x="5917" y="798"/>
                  </a:moveTo>
                  <a:cubicBezTo>
                    <a:pt x="7224" y="798"/>
                    <a:pt x="8531" y="1285"/>
                    <a:pt x="9528" y="2282"/>
                  </a:cubicBezTo>
                  <a:cubicBezTo>
                    <a:pt x="11522" y="4276"/>
                    <a:pt x="11522" y="7533"/>
                    <a:pt x="9528" y="9527"/>
                  </a:cubicBezTo>
                  <a:cubicBezTo>
                    <a:pt x="8553" y="10480"/>
                    <a:pt x="7268" y="11012"/>
                    <a:pt x="5917" y="11012"/>
                  </a:cubicBezTo>
                  <a:cubicBezTo>
                    <a:pt x="4543" y="11012"/>
                    <a:pt x="3258" y="10480"/>
                    <a:pt x="2283" y="9527"/>
                  </a:cubicBezTo>
                  <a:cubicBezTo>
                    <a:pt x="1330" y="8552"/>
                    <a:pt x="799" y="7267"/>
                    <a:pt x="799" y="5894"/>
                  </a:cubicBezTo>
                  <a:cubicBezTo>
                    <a:pt x="799" y="4542"/>
                    <a:pt x="1330" y="3257"/>
                    <a:pt x="2283" y="2282"/>
                  </a:cubicBezTo>
                  <a:cubicBezTo>
                    <a:pt x="3280" y="1285"/>
                    <a:pt x="4609" y="798"/>
                    <a:pt x="5917" y="798"/>
                  </a:cubicBezTo>
                  <a:close/>
                  <a:moveTo>
                    <a:pt x="5906" y="0"/>
                  </a:moveTo>
                  <a:cubicBezTo>
                    <a:pt x="4393" y="0"/>
                    <a:pt x="2881" y="576"/>
                    <a:pt x="1729" y="1728"/>
                  </a:cubicBezTo>
                  <a:cubicBezTo>
                    <a:pt x="621" y="2836"/>
                    <a:pt x="1" y="4321"/>
                    <a:pt x="1" y="5894"/>
                  </a:cubicBezTo>
                  <a:cubicBezTo>
                    <a:pt x="1" y="7489"/>
                    <a:pt x="621" y="8973"/>
                    <a:pt x="1729" y="10081"/>
                  </a:cubicBezTo>
                  <a:cubicBezTo>
                    <a:pt x="2859" y="11189"/>
                    <a:pt x="4344" y="11809"/>
                    <a:pt x="5917" y="11809"/>
                  </a:cubicBezTo>
                  <a:cubicBezTo>
                    <a:pt x="7490" y="11809"/>
                    <a:pt x="8974" y="11189"/>
                    <a:pt x="10082" y="10081"/>
                  </a:cubicBezTo>
                  <a:cubicBezTo>
                    <a:pt x="12386" y="7777"/>
                    <a:pt x="12386" y="4033"/>
                    <a:pt x="10082" y="1728"/>
                  </a:cubicBezTo>
                  <a:cubicBezTo>
                    <a:pt x="8930" y="576"/>
                    <a:pt x="7418" y="0"/>
                    <a:pt x="5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7"/>
            <p:cNvSpPr/>
            <p:nvPr/>
          </p:nvSpPr>
          <p:spPr>
            <a:xfrm>
              <a:off x="6222775" y="502599"/>
              <a:ext cx="162413" cy="162381"/>
            </a:xfrm>
            <a:custGeom>
              <a:avLst/>
              <a:gdLst/>
              <a:ahLst/>
              <a:cxnLst/>
              <a:rect l="l" t="t" r="r" b="b"/>
              <a:pathLst>
                <a:path w="5031" h="5030" extrusionOk="0">
                  <a:moveTo>
                    <a:pt x="2527" y="0"/>
                  </a:moveTo>
                  <a:cubicBezTo>
                    <a:pt x="1131" y="0"/>
                    <a:pt x="1" y="1130"/>
                    <a:pt x="1" y="2504"/>
                  </a:cubicBezTo>
                  <a:cubicBezTo>
                    <a:pt x="1" y="3900"/>
                    <a:pt x="1131" y="5030"/>
                    <a:pt x="2527" y="5030"/>
                  </a:cubicBezTo>
                  <a:cubicBezTo>
                    <a:pt x="3900" y="5030"/>
                    <a:pt x="5030" y="3900"/>
                    <a:pt x="5030" y="2504"/>
                  </a:cubicBezTo>
                  <a:cubicBezTo>
                    <a:pt x="5030" y="1130"/>
                    <a:pt x="3900" y="0"/>
                    <a:pt x="25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27"/>
          <p:cNvGrpSpPr/>
          <p:nvPr/>
        </p:nvGrpSpPr>
        <p:grpSpPr>
          <a:xfrm rot="5400000" flipH="1">
            <a:off x="8330533" y="2649290"/>
            <a:ext cx="878357" cy="184270"/>
            <a:chOff x="919039" y="1581426"/>
            <a:chExt cx="600134" cy="125902"/>
          </a:xfrm>
        </p:grpSpPr>
        <p:sp>
          <p:nvSpPr>
            <p:cNvPr id="1802" name="Google Shape;1802;p27"/>
            <p:cNvSpPr/>
            <p:nvPr/>
          </p:nvSpPr>
          <p:spPr>
            <a:xfrm>
              <a:off x="1393982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7" y="3900"/>
                  </a:lnTo>
                  <a:lnTo>
                    <a:pt x="38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7"/>
            <p:cNvSpPr/>
            <p:nvPr/>
          </p:nvSpPr>
          <p:spPr>
            <a:xfrm>
              <a:off x="1156511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8" y="3900"/>
                  </a:lnTo>
                  <a:lnTo>
                    <a:pt x="3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7"/>
            <p:cNvSpPr/>
            <p:nvPr/>
          </p:nvSpPr>
          <p:spPr>
            <a:xfrm>
              <a:off x="919039" y="1581426"/>
              <a:ext cx="125192" cy="125902"/>
            </a:xfrm>
            <a:custGeom>
              <a:avLst/>
              <a:gdLst/>
              <a:ahLst/>
              <a:cxnLst/>
              <a:rect l="l" t="t" r="r" b="b"/>
              <a:pathLst>
                <a:path w="3878" h="3900" extrusionOk="0">
                  <a:moveTo>
                    <a:pt x="0" y="0"/>
                  </a:moveTo>
                  <a:lnTo>
                    <a:pt x="0" y="3900"/>
                  </a:lnTo>
                  <a:lnTo>
                    <a:pt x="3878" y="3900"/>
                  </a:lnTo>
                  <a:lnTo>
                    <a:pt x="3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27"/>
            <p:cNvSpPr/>
            <p:nvPr/>
          </p:nvSpPr>
          <p:spPr>
            <a:xfrm>
              <a:off x="951225" y="1640084"/>
              <a:ext cx="505705" cy="8619"/>
            </a:xfrm>
            <a:custGeom>
              <a:avLst/>
              <a:gdLst/>
              <a:ahLst/>
              <a:cxnLst/>
              <a:rect l="l" t="t" r="r" b="b"/>
              <a:pathLst>
                <a:path w="15665" h="267" extrusionOk="0">
                  <a:moveTo>
                    <a:pt x="0" y="0"/>
                  </a:moveTo>
                  <a:lnTo>
                    <a:pt x="0" y="266"/>
                  </a:lnTo>
                  <a:lnTo>
                    <a:pt x="15665" y="266"/>
                  </a:lnTo>
                  <a:lnTo>
                    <a:pt x="15665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6" name="Google Shape;1806;p27"/>
          <p:cNvGrpSpPr/>
          <p:nvPr/>
        </p:nvGrpSpPr>
        <p:grpSpPr>
          <a:xfrm>
            <a:off x="-778804" y="2932583"/>
            <a:ext cx="1591472" cy="841159"/>
            <a:chOff x="661553" y="1919040"/>
            <a:chExt cx="1591472" cy="841159"/>
          </a:xfrm>
        </p:grpSpPr>
        <p:sp>
          <p:nvSpPr>
            <p:cNvPr id="1807" name="Google Shape;1807;p27"/>
            <p:cNvSpPr/>
            <p:nvPr/>
          </p:nvSpPr>
          <p:spPr>
            <a:xfrm>
              <a:off x="661553" y="2267371"/>
              <a:ext cx="1400512" cy="411311"/>
            </a:xfrm>
            <a:custGeom>
              <a:avLst/>
              <a:gdLst/>
              <a:ahLst/>
              <a:cxnLst/>
              <a:rect l="l" t="t" r="r" b="b"/>
              <a:pathLst>
                <a:path w="43383" h="12741" extrusionOk="0">
                  <a:moveTo>
                    <a:pt x="24283" y="0"/>
                  </a:moveTo>
                  <a:lnTo>
                    <a:pt x="19387" y="4897"/>
                  </a:lnTo>
                  <a:lnTo>
                    <a:pt x="2304" y="4897"/>
                  </a:lnTo>
                  <a:lnTo>
                    <a:pt x="0" y="2593"/>
                  </a:lnTo>
                  <a:lnTo>
                    <a:pt x="0" y="2991"/>
                  </a:lnTo>
                  <a:lnTo>
                    <a:pt x="2193" y="5185"/>
                  </a:lnTo>
                  <a:lnTo>
                    <a:pt x="19498" y="5185"/>
                  </a:lnTo>
                  <a:lnTo>
                    <a:pt x="24416" y="266"/>
                  </a:lnTo>
                  <a:lnTo>
                    <a:pt x="30731" y="266"/>
                  </a:lnTo>
                  <a:lnTo>
                    <a:pt x="43183" y="12740"/>
                  </a:lnTo>
                  <a:cubicBezTo>
                    <a:pt x="43249" y="12674"/>
                    <a:pt x="43316" y="12607"/>
                    <a:pt x="43382" y="12541"/>
                  </a:cubicBezTo>
                  <a:lnTo>
                    <a:pt x="3084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7"/>
            <p:cNvSpPr/>
            <p:nvPr/>
          </p:nvSpPr>
          <p:spPr>
            <a:xfrm>
              <a:off x="661553" y="2117869"/>
              <a:ext cx="1493485" cy="209610"/>
            </a:xfrm>
            <a:custGeom>
              <a:avLst/>
              <a:gdLst/>
              <a:ahLst/>
              <a:cxnLst/>
              <a:rect l="l" t="t" r="r" b="b"/>
              <a:pathLst>
                <a:path w="46263" h="6493" extrusionOk="0">
                  <a:moveTo>
                    <a:pt x="21802" y="1"/>
                  </a:moveTo>
                  <a:lnTo>
                    <a:pt x="15598" y="6204"/>
                  </a:lnTo>
                  <a:lnTo>
                    <a:pt x="4343" y="6204"/>
                  </a:lnTo>
                  <a:lnTo>
                    <a:pt x="0" y="1862"/>
                  </a:lnTo>
                  <a:lnTo>
                    <a:pt x="0" y="2261"/>
                  </a:lnTo>
                  <a:lnTo>
                    <a:pt x="4232" y="6492"/>
                  </a:lnTo>
                  <a:lnTo>
                    <a:pt x="15709" y="6492"/>
                  </a:lnTo>
                  <a:lnTo>
                    <a:pt x="21935" y="267"/>
                  </a:lnTo>
                  <a:lnTo>
                    <a:pt x="46262" y="267"/>
                  </a:lnTo>
                  <a:cubicBezTo>
                    <a:pt x="46262" y="222"/>
                    <a:pt x="46262" y="178"/>
                    <a:pt x="46262" y="134"/>
                  </a:cubicBezTo>
                  <a:cubicBezTo>
                    <a:pt x="46262" y="89"/>
                    <a:pt x="46262" y="45"/>
                    <a:pt x="4626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7"/>
            <p:cNvSpPr/>
            <p:nvPr/>
          </p:nvSpPr>
          <p:spPr>
            <a:xfrm>
              <a:off x="2043446" y="2661479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266"/>
                  </a:moveTo>
                  <a:cubicBezTo>
                    <a:pt x="2216" y="266"/>
                    <a:pt x="2792" y="842"/>
                    <a:pt x="2792" y="1529"/>
                  </a:cubicBezTo>
                  <a:cubicBezTo>
                    <a:pt x="2792" y="2216"/>
                    <a:pt x="2216" y="2770"/>
                    <a:pt x="1529" y="2770"/>
                  </a:cubicBezTo>
                  <a:cubicBezTo>
                    <a:pt x="842" y="2770"/>
                    <a:pt x="288" y="2216"/>
                    <a:pt x="288" y="1529"/>
                  </a:cubicBezTo>
                  <a:cubicBezTo>
                    <a:pt x="288" y="842"/>
                    <a:pt x="842" y="266"/>
                    <a:pt x="1529" y="266"/>
                  </a:cubicBezTo>
                  <a:close/>
                  <a:moveTo>
                    <a:pt x="1529" y="0"/>
                  </a:moveTo>
                  <a:cubicBezTo>
                    <a:pt x="1174" y="0"/>
                    <a:pt x="842" y="133"/>
                    <a:pt x="576" y="333"/>
                  </a:cubicBezTo>
                  <a:lnTo>
                    <a:pt x="731" y="488"/>
                  </a:lnTo>
                  <a:lnTo>
                    <a:pt x="532" y="687"/>
                  </a:lnTo>
                  <a:lnTo>
                    <a:pt x="377" y="532"/>
                  </a:lnTo>
                  <a:cubicBezTo>
                    <a:pt x="155" y="798"/>
                    <a:pt x="0" y="1153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7"/>
            <p:cNvSpPr/>
            <p:nvPr/>
          </p:nvSpPr>
          <p:spPr>
            <a:xfrm>
              <a:off x="2155015" y="2072802"/>
              <a:ext cx="98010" cy="98752"/>
            </a:xfrm>
            <a:custGeom>
              <a:avLst/>
              <a:gdLst/>
              <a:ahLst/>
              <a:cxnLst/>
              <a:rect l="l" t="t" r="r" b="b"/>
              <a:pathLst>
                <a:path w="3036" h="3059" extrusionOk="0">
                  <a:moveTo>
                    <a:pt x="1507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3"/>
                    <a:pt x="1507" y="2793"/>
                  </a:cubicBezTo>
                  <a:cubicBezTo>
                    <a:pt x="820" y="2793"/>
                    <a:pt x="266" y="2216"/>
                    <a:pt x="266" y="1530"/>
                  </a:cubicBezTo>
                  <a:cubicBezTo>
                    <a:pt x="266" y="843"/>
                    <a:pt x="820" y="289"/>
                    <a:pt x="1507" y="289"/>
                  </a:cubicBezTo>
                  <a:close/>
                  <a:moveTo>
                    <a:pt x="1507" y="1"/>
                  </a:moveTo>
                  <a:cubicBezTo>
                    <a:pt x="732" y="1"/>
                    <a:pt x="67" y="621"/>
                    <a:pt x="0" y="1397"/>
                  </a:cubicBezTo>
                  <a:lnTo>
                    <a:pt x="133" y="1397"/>
                  </a:lnTo>
                  <a:lnTo>
                    <a:pt x="133" y="1663"/>
                  </a:lnTo>
                  <a:lnTo>
                    <a:pt x="0" y="1663"/>
                  </a:lnTo>
                  <a:cubicBezTo>
                    <a:pt x="67" y="2460"/>
                    <a:pt x="732" y="3058"/>
                    <a:pt x="1507" y="3058"/>
                  </a:cubicBezTo>
                  <a:cubicBezTo>
                    <a:pt x="2349" y="3058"/>
                    <a:pt x="3036" y="2372"/>
                    <a:pt x="3036" y="1530"/>
                  </a:cubicBezTo>
                  <a:cubicBezTo>
                    <a:pt x="3036" y="688"/>
                    <a:pt x="2349" y="1"/>
                    <a:pt x="150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7"/>
            <p:cNvSpPr/>
            <p:nvPr/>
          </p:nvSpPr>
          <p:spPr>
            <a:xfrm>
              <a:off x="2155015" y="2117869"/>
              <a:ext cx="4326" cy="8619"/>
            </a:xfrm>
            <a:custGeom>
              <a:avLst/>
              <a:gdLst/>
              <a:ahLst/>
              <a:cxnLst/>
              <a:rect l="l" t="t" r="r" b="b"/>
              <a:pathLst>
                <a:path w="134" h="267" extrusionOk="0">
                  <a:moveTo>
                    <a:pt x="0" y="1"/>
                  </a:moveTo>
                  <a:cubicBezTo>
                    <a:pt x="0" y="45"/>
                    <a:pt x="0" y="89"/>
                    <a:pt x="0" y="134"/>
                  </a:cubicBezTo>
                  <a:cubicBezTo>
                    <a:pt x="0" y="178"/>
                    <a:pt x="0" y="222"/>
                    <a:pt x="0" y="267"/>
                  </a:cubicBezTo>
                  <a:lnTo>
                    <a:pt x="133" y="267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27"/>
            <p:cNvSpPr/>
            <p:nvPr/>
          </p:nvSpPr>
          <p:spPr>
            <a:xfrm>
              <a:off x="1779502" y="1951936"/>
              <a:ext cx="3616" cy="8619"/>
            </a:xfrm>
            <a:custGeom>
              <a:avLst/>
              <a:gdLst/>
              <a:ahLst/>
              <a:cxnLst/>
              <a:rect l="l" t="t" r="r" b="b"/>
              <a:pathLst>
                <a:path w="112" h="267" extrusionOk="0">
                  <a:moveTo>
                    <a:pt x="89" y="0"/>
                  </a:moveTo>
                  <a:cubicBezTo>
                    <a:pt x="67" y="89"/>
                    <a:pt x="23" y="178"/>
                    <a:pt x="0" y="266"/>
                  </a:cubicBezTo>
                  <a:lnTo>
                    <a:pt x="111" y="26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27"/>
            <p:cNvSpPr/>
            <p:nvPr/>
          </p:nvSpPr>
          <p:spPr>
            <a:xfrm>
              <a:off x="951936" y="1951936"/>
              <a:ext cx="821138" cy="187432"/>
            </a:xfrm>
            <a:custGeom>
              <a:avLst/>
              <a:gdLst/>
              <a:ahLst/>
              <a:cxnLst/>
              <a:rect l="l" t="t" r="r" b="b"/>
              <a:pathLst>
                <a:path w="25436" h="5806" extrusionOk="0">
                  <a:moveTo>
                    <a:pt x="10436" y="0"/>
                  </a:moveTo>
                  <a:lnTo>
                    <a:pt x="4919" y="5539"/>
                  </a:lnTo>
                  <a:lnTo>
                    <a:pt x="0" y="5539"/>
                  </a:lnTo>
                  <a:lnTo>
                    <a:pt x="0" y="5805"/>
                  </a:lnTo>
                  <a:lnTo>
                    <a:pt x="5030" y="5805"/>
                  </a:lnTo>
                  <a:lnTo>
                    <a:pt x="10569" y="266"/>
                  </a:lnTo>
                  <a:lnTo>
                    <a:pt x="25369" y="266"/>
                  </a:lnTo>
                  <a:cubicBezTo>
                    <a:pt x="25369" y="178"/>
                    <a:pt x="25392" y="89"/>
                    <a:pt x="2543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27"/>
            <p:cNvSpPr/>
            <p:nvPr/>
          </p:nvSpPr>
          <p:spPr>
            <a:xfrm>
              <a:off x="851795" y="2077096"/>
              <a:ext cx="98752" cy="98752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1529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43" y="2792"/>
                    <a:pt x="266" y="2216"/>
                    <a:pt x="266" y="1530"/>
                  </a:cubicBezTo>
                  <a:cubicBezTo>
                    <a:pt x="266" y="843"/>
                    <a:pt x="843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1" y="688"/>
                    <a:pt x="1" y="1530"/>
                  </a:cubicBezTo>
                  <a:cubicBezTo>
                    <a:pt x="1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7"/>
            <p:cNvSpPr/>
            <p:nvPr/>
          </p:nvSpPr>
          <p:spPr>
            <a:xfrm>
              <a:off x="1770205" y="1919040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0"/>
                  </a:moveTo>
                  <a:cubicBezTo>
                    <a:pt x="864" y="0"/>
                    <a:pt x="288" y="421"/>
                    <a:pt x="89" y="1019"/>
                  </a:cubicBezTo>
                  <a:lnTo>
                    <a:pt x="377" y="1019"/>
                  </a:lnTo>
                  <a:cubicBezTo>
                    <a:pt x="576" y="576"/>
                    <a:pt x="1020" y="288"/>
                    <a:pt x="1529" y="288"/>
                  </a:cubicBez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70"/>
                    <a:pt x="1529" y="2770"/>
                  </a:cubicBezTo>
                  <a:cubicBezTo>
                    <a:pt x="842" y="2770"/>
                    <a:pt x="266" y="2216"/>
                    <a:pt x="266" y="1529"/>
                  </a:cubicBezTo>
                  <a:cubicBezTo>
                    <a:pt x="266" y="1440"/>
                    <a:pt x="288" y="1374"/>
                    <a:pt x="288" y="1285"/>
                  </a:cubicBezTo>
                  <a:lnTo>
                    <a:pt x="22" y="1285"/>
                  </a:lnTo>
                  <a:cubicBezTo>
                    <a:pt x="0" y="1374"/>
                    <a:pt x="0" y="1440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7"/>
            <p:cNvSpPr/>
            <p:nvPr/>
          </p:nvSpPr>
          <p:spPr>
            <a:xfrm>
              <a:off x="1770915" y="1951936"/>
              <a:ext cx="11460" cy="8619"/>
            </a:xfrm>
            <a:custGeom>
              <a:avLst/>
              <a:gdLst/>
              <a:ahLst/>
              <a:cxnLst/>
              <a:rect l="l" t="t" r="r" b="b"/>
              <a:pathLst>
                <a:path w="355" h="267" extrusionOk="0">
                  <a:moveTo>
                    <a:pt x="67" y="0"/>
                  </a:moveTo>
                  <a:cubicBezTo>
                    <a:pt x="23" y="89"/>
                    <a:pt x="0" y="178"/>
                    <a:pt x="0" y="266"/>
                  </a:cubicBezTo>
                  <a:lnTo>
                    <a:pt x="266" y="266"/>
                  </a:lnTo>
                  <a:cubicBezTo>
                    <a:pt x="289" y="178"/>
                    <a:pt x="333" y="89"/>
                    <a:pt x="35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7" name="Google Shape;1817;p27"/>
          <p:cNvGrpSpPr/>
          <p:nvPr/>
        </p:nvGrpSpPr>
        <p:grpSpPr>
          <a:xfrm rot="-5400000" flipH="1">
            <a:off x="8713607" y="727258"/>
            <a:ext cx="399902" cy="651901"/>
            <a:chOff x="8772496" y="3715501"/>
            <a:chExt cx="399902" cy="651901"/>
          </a:xfrm>
        </p:grpSpPr>
        <p:sp>
          <p:nvSpPr>
            <p:cNvPr id="1818" name="Google Shape;1818;p27"/>
            <p:cNvSpPr/>
            <p:nvPr/>
          </p:nvSpPr>
          <p:spPr>
            <a:xfrm>
              <a:off x="8838105" y="3859218"/>
              <a:ext cx="334293" cy="508184"/>
            </a:xfrm>
            <a:custGeom>
              <a:avLst/>
              <a:gdLst/>
              <a:ahLst/>
              <a:cxnLst/>
              <a:rect l="l" t="t" r="r" b="b"/>
              <a:pathLst>
                <a:path w="7113" h="10813" extrusionOk="0">
                  <a:moveTo>
                    <a:pt x="0" y="1"/>
                  </a:moveTo>
                  <a:lnTo>
                    <a:pt x="0" y="3723"/>
                  </a:lnTo>
                  <a:lnTo>
                    <a:pt x="7112" y="10813"/>
                  </a:lnTo>
                  <a:lnTo>
                    <a:pt x="7112" y="10436"/>
                  </a:lnTo>
                  <a:lnTo>
                    <a:pt x="288" y="3612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7"/>
            <p:cNvSpPr/>
            <p:nvPr/>
          </p:nvSpPr>
          <p:spPr>
            <a:xfrm>
              <a:off x="8772496" y="3715501"/>
              <a:ext cx="143718" cy="143765"/>
            </a:xfrm>
            <a:custGeom>
              <a:avLst/>
              <a:gdLst/>
              <a:ahLst/>
              <a:cxnLst/>
              <a:rect l="l" t="t" r="r" b="b"/>
              <a:pathLst>
                <a:path w="3058" h="3059" extrusionOk="0">
                  <a:moveTo>
                    <a:pt x="1529" y="289"/>
                  </a:moveTo>
                  <a:cubicBezTo>
                    <a:pt x="2216" y="289"/>
                    <a:pt x="2792" y="843"/>
                    <a:pt x="2792" y="1530"/>
                  </a:cubicBezTo>
                  <a:cubicBezTo>
                    <a:pt x="2792" y="2217"/>
                    <a:pt x="2216" y="2793"/>
                    <a:pt x="1529" y="2793"/>
                  </a:cubicBezTo>
                  <a:cubicBezTo>
                    <a:pt x="842" y="2793"/>
                    <a:pt x="288" y="2217"/>
                    <a:pt x="288" y="1530"/>
                  </a:cubicBezTo>
                  <a:cubicBezTo>
                    <a:pt x="288" y="843"/>
                    <a:pt x="842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0" y="688"/>
                    <a:pt x="0" y="1530"/>
                  </a:cubicBezTo>
                  <a:cubicBezTo>
                    <a:pt x="0" y="2327"/>
                    <a:pt x="621" y="2992"/>
                    <a:pt x="1396" y="3059"/>
                  </a:cubicBezTo>
                  <a:lnTo>
                    <a:pt x="1396" y="2926"/>
                  </a:lnTo>
                  <a:lnTo>
                    <a:pt x="1684" y="2926"/>
                  </a:lnTo>
                  <a:lnTo>
                    <a:pt x="1684" y="3059"/>
                  </a:lnTo>
                  <a:cubicBezTo>
                    <a:pt x="2460" y="2992"/>
                    <a:pt x="3058" y="2327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0" name="Google Shape;1820;p27"/>
          <p:cNvGrpSpPr/>
          <p:nvPr/>
        </p:nvGrpSpPr>
        <p:grpSpPr>
          <a:xfrm rot="-5400000" flipH="1">
            <a:off x="8845729" y="105164"/>
            <a:ext cx="184279" cy="603321"/>
            <a:chOff x="3638102" y="4583399"/>
            <a:chExt cx="182798" cy="598473"/>
          </a:xfrm>
        </p:grpSpPr>
        <p:sp>
          <p:nvSpPr>
            <p:cNvPr id="1821" name="Google Shape;1821;p27"/>
            <p:cNvSpPr/>
            <p:nvPr/>
          </p:nvSpPr>
          <p:spPr>
            <a:xfrm>
              <a:off x="3710947" y="4755502"/>
              <a:ext cx="21214" cy="426370"/>
            </a:xfrm>
            <a:custGeom>
              <a:avLst/>
              <a:gdLst/>
              <a:ahLst/>
              <a:cxnLst/>
              <a:rect l="l" t="t" r="r" b="b"/>
              <a:pathLst>
                <a:path w="355" h="7135" extrusionOk="0">
                  <a:moveTo>
                    <a:pt x="0" y="1"/>
                  </a:moveTo>
                  <a:lnTo>
                    <a:pt x="0" y="7135"/>
                  </a:lnTo>
                  <a:lnTo>
                    <a:pt x="355" y="7135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7"/>
            <p:cNvSpPr/>
            <p:nvPr/>
          </p:nvSpPr>
          <p:spPr>
            <a:xfrm>
              <a:off x="3638102" y="4583399"/>
              <a:ext cx="182798" cy="181424"/>
            </a:xfrm>
            <a:custGeom>
              <a:avLst/>
              <a:gdLst/>
              <a:ahLst/>
              <a:cxnLst/>
              <a:rect l="l" t="t" r="r" b="b"/>
              <a:pathLst>
                <a:path w="3059" h="3036" extrusionOk="0">
                  <a:moveTo>
                    <a:pt x="1530" y="266"/>
                  </a:moveTo>
                  <a:cubicBezTo>
                    <a:pt x="1862" y="266"/>
                    <a:pt x="2172" y="399"/>
                    <a:pt x="2394" y="643"/>
                  </a:cubicBezTo>
                  <a:cubicBezTo>
                    <a:pt x="2638" y="864"/>
                    <a:pt x="2770" y="1175"/>
                    <a:pt x="2770" y="1507"/>
                  </a:cubicBezTo>
                  <a:cubicBezTo>
                    <a:pt x="2770" y="1839"/>
                    <a:pt x="2638" y="2172"/>
                    <a:pt x="2394" y="2393"/>
                  </a:cubicBezTo>
                  <a:cubicBezTo>
                    <a:pt x="2172" y="2637"/>
                    <a:pt x="1862" y="2770"/>
                    <a:pt x="1530" y="2770"/>
                  </a:cubicBezTo>
                  <a:cubicBezTo>
                    <a:pt x="1197" y="2770"/>
                    <a:pt x="865" y="2637"/>
                    <a:pt x="643" y="2393"/>
                  </a:cubicBezTo>
                  <a:cubicBezTo>
                    <a:pt x="400" y="2172"/>
                    <a:pt x="267" y="1839"/>
                    <a:pt x="267" y="1507"/>
                  </a:cubicBezTo>
                  <a:cubicBezTo>
                    <a:pt x="267" y="1175"/>
                    <a:pt x="400" y="864"/>
                    <a:pt x="643" y="643"/>
                  </a:cubicBezTo>
                  <a:cubicBezTo>
                    <a:pt x="865" y="399"/>
                    <a:pt x="1197" y="266"/>
                    <a:pt x="1530" y="266"/>
                  </a:cubicBezTo>
                  <a:close/>
                  <a:moveTo>
                    <a:pt x="1530" y="0"/>
                  </a:moveTo>
                  <a:cubicBezTo>
                    <a:pt x="1109" y="0"/>
                    <a:pt x="732" y="155"/>
                    <a:pt x="444" y="443"/>
                  </a:cubicBezTo>
                  <a:cubicBezTo>
                    <a:pt x="156" y="731"/>
                    <a:pt x="1" y="1108"/>
                    <a:pt x="1" y="1507"/>
                  </a:cubicBezTo>
                  <a:cubicBezTo>
                    <a:pt x="1" y="1928"/>
                    <a:pt x="156" y="2305"/>
                    <a:pt x="444" y="2593"/>
                  </a:cubicBezTo>
                  <a:cubicBezTo>
                    <a:pt x="732" y="2881"/>
                    <a:pt x="1109" y="3036"/>
                    <a:pt x="1530" y="3036"/>
                  </a:cubicBezTo>
                  <a:cubicBezTo>
                    <a:pt x="1928" y="3036"/>
                    <a:pt x="2305" y="2881"/>
                    <a:pt x="2593" y="2593"/>
                  </a:cubicBezTo>
                  <a:cubicBezTo>
                    <a:pt x="2881" y="2305"/>
                    <a:pt x="3058" y="1928"/>
                    <a:pt x="3058" y="1507"/>
                  </a:cubicBezTo>
                  <a:cubicBezTo>
                    <a:pt x="3058" y="1108"/>
                    <a:pt x="2881" y="731"/>
                    <a:pt x="2593" y="443"/>
                  </a:cubicBezTo>
                  <a:cubicBezTo>
                    <a:pt x="2305" y="155"/>
                    <a:pt x="1928" y="0"/>
                    <a:pt x="153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3" name="Google Shape;1823;p27"/>
          <p:cNvGrpSpPr/>
          <p:nvPr/>
        </p:nvGrpSpPr>
        <p:grpSpPr>
          <a:xfrm>
            <a:off x="8177361" y="4446849"/>
            <a:ext cx="1178127" cy="1094369"/>
            <a:chOff x="7825118" y="4065849"/>
            <a:chExt cx="1178127" cy="1094369"/>
          </a:xfrm>
        </p:grpSpPr>
        <p:sp>
          <p:nvSpPr>
            <p:cNvPr id="1824" name="Google Shape;1824;p27"/>
            <p:cNvSpPr/>
            <p:nvPr/>
          </p:nvSpPr>
          <p:spPr>
            <a:xfrm>
              <a:off x="7911327" y="4137684"/>
              <a:ext cx="1091918" cy="1022534"/>
            </a:xfrm>
            <a:custGeom>
              <a:avLst/>
              <a:gdLst/>
              <a:ahLst/>
              <a:cxnLst/>
              <a:rect l="l" t="t" r="r" b="b"/>
              <a:pathLst>
                <a:path w="30310" h="28384" extrusionOk="0">
                  <a:moveTo>
                    <a:pt x="0" y="1"/>
                  </a:moveTo>
                  <a:lnTo>
                    <a:pt x="0" y="776"/>
                  </a:lnTo>
                  <a:lnTo>
                    <a:pt x="11012" y="776"/>
                  </a:lnTo>
                  <a:lnTo>
                    <a:pt x="29512" y="19299"/>
                  </a:lnTo>
                  <a:lnTo>
                    <a:pt x="29512" y="28383"/>
                  </a:lnTo>
                  <a:lnTo>
                    <a:pt x="30310" y="28383"/>
                  </a:lnTo>
                  <a:lnTo>
                    <a:pt x="30310" y="18967"/>
                  </a:lnTo>
                  <a:lnTo>
                    <a:pt x="113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7"/>
            <p:cNvSpPr/>
            <p:nvPr/>
          </p:nvSpPr>
          <p:spPr>
            <a:xfrm>
              <a:off x="7825118" y="4065849"/>
              <a:ext cx="172416" cy="171659"/>
            </a:xfrm>
            <a:custGeom>
              <a:avLst/>
              <a:gdLst/>
              <a:ahLst/>
              <a:cxnLst/>
              <a:rect l="l" t="t" r="r" b="b"/>
              <a:pathLst>
                <a:path w="4786" h="4765" extrusionOk="0">
                  <a:moveTo>
                    <a:pt x="2393" y="1"/>
                  </a:moveTo>
                  <a:cubicBezTo>
                    <a:pt x="1086" y="1"/>
                    <a:pt x="0" y="1064"/>
                    <a:pt x="0" y="2372"/>
                  </a:cubicBezTo>
                  <a:cubicBezTo>
                    <a:pt x="0" y="3701"/>
                    <a:pt x="1086" y="4764"/>
                    <a:pt x="2393" y="4764"/>
                  </a:cubicBezTo>
                  <a:cubicBezTo>
                    <a:pt x="3722" y="4764"/>
                    <a:pt x="4786" y="3701"/>
                    <a:pt x="4786" y="2372"/>
                  </a:cubicBezTo>
                  <a:cubicBezTo>
                    <a:pt x="4786" y="1064"/>
                    <a:pt x="3722" y="1"/>
                    <a:pt x="23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6" name="Google Shape;1826;p27"/>
          <p:cNvGrpSpPr/>
          <p:nvPr/>
        </p:nvGrpSpPr>
        <p:grpSpPr>
          <a:xfrm flipH="1">
            <a:off x="6709100" y="314678"/>
            <a:ext cx="882614" cy="184274"/>
            <a:chOff x="7460504" y="4636145"/>
            <a:chExt cx="882614" cy="184274"/>
          </a:xfrm>
        </p:grpSpPr>
        <p:sp>
          <p:nvSpPr>
            <p:cNvPr id="1827" name="Google Shape;1827;p27"/>
            <p:cNvSpPr/>
            <p:nvPr/>
          </p:nvSpPr>
          <p:spPr>
            <a:xfrm>
              <a:off x="8158777" y="4636145"/>
              <a:ext cx="184341" cy="184274"/>
            </a:xfrm>
            <a:custGeom>
              <a:avLst/>
              <a:gdLst/>
              <a:ahLst/>
              <a:cxnLst/>
              <a:rect l="l" t="t" r="r" b="b"/>
              <a:pathLst>
                <a:path w="2749" h="2748" extrusionOk="0">
                  <a:moveTo>
                    <a:pt x="1374" y="0"/>
                  </a:moveTo>
                  <a:cubicBezTo>
                    <a:pt x="621" y="0"/>
                    <a:pt x="1" y="621"/>
                    <a:pt x="1" y="1374"/>
                  </a:cubicBezTo>
                  <a:cubicBezTo>
                    <a:pt x="1" y="2127"/>
                    <a:pt x="621" y="2748"/>
                    <a:pt x="1374" y="2748"/>
                  </a:cubicBezTo>
                  <a:cubicBezTo>
                    <a:pt x="2128" y="2748"/>
                    <a:pt x="2748" y="2127"/>
                    <a:pt x="2748" y="1374"/>
                  </a:cubicBezTo>
                  <a:cubicBezTo>
                    <a:pt x="2748" y="621"/>
                    <a:pt x="2128" y="0"/>
                    <a:pt x="1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27"/>
            <p:cNvSpPr/>
            <p:nvPr/>
          </p:nvSpPr>
          <p:spPr>
            <a:xfrm>
              <a:off x="7820068" y="4636145"/>
              <a:ext cx="182799" cy="184274"/>
            </a:xfrm>
            <a:custGeom>
              <a:avLst/>
              <a:gdLst/>
              <a:ahLst/>
              <a:cxnLst/>
              <a:rect l="l" t="t" r="r" b="b"/>
              <a:pathLst>
                <a:path w="2726" h="2748" extrusionOk="0">
                  <a:moveTo>
                    <a:pt x="1352" y="0"/>
                  </a:moveTo>
                  <a:cubicBezTo>
                    <a:pt x="598" y="0"/>
                    <a:pt x="0" y="621"/>
                    <a:pt x="0" y="1374"/>
                  </a:cubicBezTo>
                  <a:cubicBezTo>
                    <a:pt x="0" y="2127"/>
                    <a:pt x="598" y="2748"/>
                    <a:pt x="1352" y="2748"/>
                  </a:cubicBezTo>
                  <a:cubicBezTo>
                    <a:pt x="2105" y="2748"/>
                    <a:pt x="2725" y="2127"/>
                    <a:pt x="2725" y="1374"/>
                  </a:cubicBezTo>
                  <a:cubicBezTo>
                    <a:pt x="2725" y="621"/>
                    <a:pt x="2105" y="0"/>
                    <a:pt x="13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27"/>
            <p:cNvSpPr/>
            <p:nvPr/>
          </p:nvSpPr>
          <p:spPr>
            <a:xfrm>
              <a:off x="7460504" y="4636145"/>
              <a:ext cx="184274" cy="184274"/>
            </a:xfrm>
            <a:custGeom>
              <a:avLst/>
              <a:gdLst/>
              <a:ahLst/>
              <a:cxnLst/>
              <a:rect l="l" t="t" r="r" b="b"/>
              <a:pathLst>
                <a:path w="2748" h="2748" extrusionOk="0">
                  <a:moveTo>
                    <a:pt x="1374" y="0"/>
                  </a:moveTo>
                  <a:cubicBezTo>
                    <a:pt x="621" y="0"/>
                    <a:pt x="0" y="621"/>
                    <a:pt x="0" y="1374"/>
                  </a:cubicBezTo>
                  <a:cubicBezTo>
                    <a:pt x="0" y="2127"/>
                    <a:pt x="621" y="2748"/>
                    <a:pt x="1374" y="2748"/>
                  </a:cubicBezTo>
                  <a:cubicBezTo>
                    <a:pt x="2127" y="2748"/>
                    <a:pt x="2748" y="2127"/>
                    <a:pt x="2748" y="1374"/>
                  </a:cubicBezTo>
                  <a:cubicBezTo>
                    <a:pt x="2748" y="621"/>
                    <a:pt x="2127" y="0"/>
                    <a:pt x="1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0" name="Google Shape;1830;p27"/>
          <p:cNvGrpSpPr/>
          <p:nvPr/>
        </p:nvGrpSpPr>
        <p:grpSpPr>
          <a:xfrm flipH="1">
            <a:off x="-145052" y="155377"/>
            <a:ext cx="1794619" cy="937714"/>
            <a:chOff x="7447476" y="612577"/>
            <a:chExt cx="1794619" cy="937714"/>
          </a:xfrm>
        </p:grpSpPr>
        <p:sp>
          <p:nvSpPr>
            <p:cNvPr id="1831" name="Google Shape;1831;p27"/>
            <p:cNvSpPr/>
            <p:nvPr/>
          </p:nvSpPr>
          <p:spPr>
            <a:xfrm>
              <a:off x="7866602" y="1081065"/>
              <a:ext cx="1375493" cy="469226"/>
            </a:xfrm>
            <a:custGeom>
              <a:avLst/>
              <a:gdLst/>
              <a:ahLst/>
              <a:cxnLst/>
              <a:rect l="l" t="t" r="r" b="b"/>
              <a:pathLst>
                <a:path w="42608" h="14535" extrusionOk="0">
                  <a:moveTo>
                    <a:pt x="4299" y="0"/>
                  </a:moveTo>
                  <a:lnTo>
                    <a:pt x="1" y="4321"/>
                  </a:lnTo>
                  <a:cubicBezTo>
                    <a:pt x="67" y="4365"/>
                    <a:pt x="134" y="4432"/>
                    <a:pt x="200" y="4498"/>
                  </a:cubicBezTo>
                  <a:lnTo>
                    <a:pt x="4432" y="288"/>
                  </a:lnTo>
                  <a:lnTo>
                    <a:pt x="27474" y="288"/>
                  </a:lnTo>
                  <a:lnTo>
                    <a:pt x="41721" y="14535"/>
                  </a:lnTo>
                  <a:lnTo>
                    <a:pt x="42607" y="14535"/>
                  </a:lnTo>
                  <a:lnTo>
                    <a:pt x="42607" y="14269"/>
                  </a:lnTo>
                  <a:lnTo>
                    <a:pt x="41832" y="14269"/>
                  </a:lnTo>
                  <a:lnTo>
                    <a:pt x="27585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27"/>
            <p:cNvSpPr/>
            <p:nvPr/>
          </p:nvSpPr>
          <p:spPr>
            <a:xfrm>
              <a:off x="7526149" y="694834"/>
              <a:ext cx="1715944" cy="710280"/>
            </a:xfrm>
            <a:custGeom>
              <a:avLst/>
              <a:gdLst/>
              <a:ahLst/>
              <a:cxnLst/>
              <a:rect l="l" t="t" r="r" b="b"/>
              <a:pathLst>
                <a:path w="53154" h="22002" extrusionOk="0">
                  <a:moveTo>
                    <a:pt x="222" y="0"/>
                  </a:moveTo>
                  <a:cubicBezTo>
                    <a:pt x="155" y="89"/>
                    <a:pt x="89" y="133"/>
                    <a:pt x="0" y="199"/>
                  </a:cubicBezTo>
                  <a:lnTo>
                    <a:pt x="8929" y="9106"/>
                  </a:lnTo>
                  <a:lnTo>
                    <a:pt x="40258" y="9106"/>
                  </a:lnTo>
                  <a:lnTo>
                    <a:pt x="53153" y="22001"/>
                  </a:lnTo>
                  <a:lnTo>
                    <a:pt x="53153" y="21625"/>
                  </a:lnTo>
                  <a:lnTo>
                    <a:pt x="40369" y="8840"/>
                  </a:lnTo>
                  <a:lnTo>
                    <a:pt x="9040" y="8840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27"/>
            <p:cNvSpPr/>
            <p:nvPr/>
          </p:nvSpPr>
          <p:spPr>
            <a:xfrm>
              <a:off x="7447476" y="612577"/>
              <a:ext cx="98010" cy="98720"/>
            </a:xfrm>
            <a:custGeom>
              <a:avLst/>
              <a:gdLst/>
              <a:ahLst/>
              <a:cxnLst/>
              <a:rect l="l" t="t" r="r" b="b"/>
              <a:pathLst>
                <a:path w="3036" h="3058" extrusionOk="0">
                  <a:moveTo>
                    <a:pt x="1529" y="288"/>
                  </a:move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20" y="2792"/>
                    <a:pt x="266" y="2216"/>
                    <a:pt x="266" y="1529"/>
                  </a:cubicBezTo>
                  <a:cubicBezTo>
                    <a:pt x="266" y="842"/>
                    <a:pt x="820" y="288"/>
                    <a:pt x="1529" y="288"/>
                  </a:cubicBezTo>
                  <a:close/>
                  <a:moveTo>
                    <a:pt x="1529" y="0"/>
                  </a:moveTo>
                  <a:cubicBezTo>
                    <a:pt x="687" y="0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1861" y="3058"/>
                    <a:pt x="2193" y="2947"/>
                    <a:pt x="2437" y="2747"/>
                  </a:cubicBezTo>
                  <a:lnTo>
                    <a:pt x="2260" y="2570"/>
                  </a:lnTo>
                  <a:lnTo>
                    <a:pt x="2459" y="2371"/>
                  </a:lnTo>
                  <a:lnTo>
                    <a:pt x="2637" y="2548"/>
                  </a:lnTo>
                  <a:cubicBezTo>
                    <a:pt x="2902" y="2282"/>
                    <a:pt x="3035" y="1928"/>
                    <a:pt x="3035" y="1529"/>
                  </a:cubicBezTo>
                  <a:cubicBezTo>
                    <a:pt x="3035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27"/>
            <p:cNvSpPr/>
            <p:nvPr/>
          </p:nvSpPr>
          <p:spPr>
            <a:xfrm>
              <a:off x="7786509" y="1209098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288"/>
                  </a:move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42" y="2792"/>
                    <a:pt x="266" y="2216"/>
                    <a:pt x="266" y="1529"/>
                  </a:cubicBezTo>
                  <a:cubicBezTo>
                    <a:pt x="266" y="842"/>
                    <a:pt x="842" y="288"/>
                    <a:pt x="1529" y="288"/>
                  </a:cubicBezTo>
                  <a:close/>
                  <a:moveTo>
                    <a:pt x="1529" y="0"/>
                  </a:moveTo>
                  <a:cubicBezTo>
                    <a:pt x="687" y="0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1153"/>
                    <a:pt x="2903" y="798"/>
                    <a:pt x="2681" y="532"/>
                  </a:cubicBezTo>
                  <a:lnTo>
                    <a:pt x="2548" y="665"/>
                  </a:lnTo>
                  <a:lnTo>
                    <a:pt x="2371" y="466"/>
                  </a:lnTo>
                  <a:lnTo>
                    <a:pt x="2482" y="355"/>
                  </a:lnTo>
                  <a:cubicBezTo>
                    <a:pt x="2216" y="133"/>
                    <a:pt x="1883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5" name="Google Shape;1835;p27"/>
          <p:cNvGrpSpPr/>
          <p:nvPr/>
        </p:nvGrpSpPr>
        <p:grpSpPr>
          <a:xfrm rot="10800000">
            <a:off x="-326656" y="1994300"/>
            <a:ext cx="878375" cy="275404"/>
            <a:chOff x="8363724" y="112839"/>
            <a:chExt cx="878375" cy="275404"/>
          </a:xfrm>
        </p:grpSpPr>
        <p:grpSp>
          <p:nvGrpSpPr>
            <p:cNvPr id="1836" name="Google Shape;1836;p27"/>
            <p:cNvGrpSpPr/>
            <p:nvPr/>
          </p:nvGrpSpPr>
          <p:grpSpPr>
            <a:xfrm>
              <a:off x="8363724" y="112839"/>
              <a:ext cx="878375" cy="275404"/>
              <a:chOff x="6611124" y="570039"/>
              <a:chExt cx="878375" cy="275404"/>
            </a:xfrm>
          </p:grpSpPr>
          <p:sp>
            <p:nvSpPr>
              <p:cNvPr id="1837" name="Google Shape;1837;p27"/>
              <p:cNvSpPr/>
              <p:nvPr/>
            </p:nvSpPr>
            <p:spPr>
              <a:xfrm>
                <a:off x="6675495" y="570039"/>
                <a:ext cx="814003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25215" h="6050" extrusionOk="0">
                    <a:moveTo>
                      <a:pt x="5916" y="1"/>
                    </a:moveTo>
                    <a:lnTo>
                      <a:pt x="0" y="5894"/>
                    </a:lnTo>
                    <a:cubicBezTo>
                      <a:pt x="89" y="5938"/>
                      <a:pt x="178" y="5983"/>
                      <a:pt x="244" y="6049"/>
                    </a:cubicBezTo>
                    <a:lnTo>
                      <a:pt x="6027" y="266"/>
                    </a:lnTo>
                    <a:lnTo>
                      <a:pt x="25214" y="266"/>
                    </a:lnTo>
                    <a:lnTo>
                      <a:pt x="2521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27"/>
              <p:cNvSpPr/>
              <p:nvPr/>
            </p:nvSpPr>
            <p:spPr>
              <a:xfrm>
                <a:off x="6611124" y="755310"/>
                <a:ext cx="89423" cy="90133"/>
              </a:xfrm>
              <a:custGeom>
                <a:avLst/>
                <a:gdLst/>
                <a:ahLst/>
                <a:cxnLst/>
                <a:rect l="l" t="t" r="r" b="b"/>
                <a:pathLst>
                  <a:path w="2770" h="2792" extrusionOk="0">
                    <a:moveTo>
                      <a:pt x="1374" y="0"/>
                    </a:moveTo>
                    <a:cubicBezTo>
                      <a:pt x="621" y="0"/>
                      <a:pt x="0" y="620"/>
                      <a:pt x="0" y="1396"/>
                    </a:cubicBezTo>
                    <a:cubicBezTo>
                      <a:pt x="0" y="2171"/>
                      <a:pt x="621" y="2792"/>
                      <a:pt x="1374" y="2792"/>
                    </a:cubicBezTo>
                    <a:cubicBezTo>
                      <a:pt x="2149" y="2792"/>
                      <a:pt x="2770" y="2171"/>
                      <a:pt x="2770" y="1396"/>
                    </a:cubicBezTo>
                    <a:cubicBezTo>
                      <a:pt x="2770" y="953"/>
                      <a:pt x="2570" y="576"/>
                      <a:pt x="2238" y="310"/>
                    </a:cubicBezTo>
                    <a:lnTo>
                      <a:pt x="2083" y="487"/>
                    </a:lnTo>
                    <a:lnTo>
                      <a:pt x="1884" y="288"/>
                    </a:lnTo>
                    <a:lnTo>
                      <a:pt x="1994" y="155"/>
                    </a:lnTo>
                    <a:cubicBezTo>
                      <a:pt x="1817" y="66"/>
                      <a:pt x="1596" y="0"/>
                      <a:pt x="13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39" name="Google Shape;1839;p27"/>
            <p:cNvSpPr/>
            <p:nvPr/>
          </p:nvSpPr>
          <p:spPr>
            <a:xfrm>
              <a:off x="8424512" y="303114"/>
              <a:ext cx="11493" cy="10750"/>
            </a:xfrm>
            <a:custGeom>
              <a:avLst/>
              <a:gdLst/>
              <a:ahLst/>
              <a:cxnLst/>
              <a:rect l="l" t="t" r="r" b="b"/>
              <a:pathLst>
                <a:path w="356" h="333" extrusionOk="0">
                  <a:moveTo>
                    <a:pt x="111" y="0"/>
                  </a:moveTo>
                  <a:lnTo>
                    <a:pt x="1" y="133"/>
                  </a:lnTo>
                  <a:lnTo>
                    <a:pt x="200" y="332"/>
                  </a:lnTo>
                  <a:lnTo>
                    <a:pt x="355" y="155"/>
                  </a:lnTo>
                  <a:cubicBezTo>
                    <a:pt x="289" y="89"/>
                    <a:pt x="200" y="44"/>
                    <a:pt x="111" y="0"/>
                  </a:cubicBezTo>
                  <a:close/>
                </a:path>
              </a:pathLst>
            </a:custGeom>
            <a:solidFill>
              <a:srgbClr val="FF4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0" name="Google Shape;1840;p27"/>
          <p:cNvGrpSpPr/>
          <p:nvPr/>
        </p:nvGrpSpPr>
        <p:grpSpPr>
          <a:xfrm>
            <a:off x="4085114" y="4667972"/>
            <a:ext cx="978773" cy="777698"/>
            <a:chOff x="4123942" y="4667972"/>
            <a:chExt cx="978773" cy="777698"/>
          </a:xfrm>
        </p:grpSpPr>
        <p:grpSp>
          <p:nvGrpSpPr>
            <p:cNvPr id="1841" name="Google Shape;1841;p27"/>
            <p:cNvGrpSpPr/>
            <p:nvPr/>
          </p:nvGrpSpPr>
          <p:grpSpPr>
            <a:xfrm flipH="1">
              <a:off x="4123942" y="4667972"/>
              <a:ext cx="182798" cy="598473"/>
              <a:chOff x="3638102" y="4583399"/>
              <a:chExt cx="182798" cy="598473"/>
            </a:xfrm>
          </p:grpSpPr>
          <p:sp>
            <p:nvSpPr>
              <p:cNvPr id="1842" name="Google Shape;1842;p27"/>
              <p:cNvSpPr/>
              <p:nvPr/>
            </p:nvSpPr>
            <p:spPr>
              <a:xfrm>
                <a:off x="3710947" y="4755502"/>
                <a:ext cx="21214" cy="42637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7135" extrusionOk="0">
                    <a:moveTo>
                      <a:pt x="0" y="1"/>
                    </a:moveTo>
                    <a:lnTo>
                      <a:pt x="0" y="7135"/>
                    </a:lnTo>
                    <a:lnTo>
                      <a:pt x="355" y="7135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27"/>
              <p:cNvSpPr/>
              <p:nvPr/>
            </p:nvSpPr>
            <p:spPr>
              <a:xfrm>
                <a:off x="3638102" y="4583399"/>
                <a:ext cx="182798" cy="181424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1862" y="266"/>
                      <a:pt x="2172" y="399"/>
                      <a:pt x="2394" y="643"/>
                    </a:cubicBezTo>
                    <a:cubicBezTo>
                      <a:pt x="2638" y="864"/>
                      <a:pt x="2770" y="1175"/>
                      <a:pt x="2770" y="1507"/>
                    </a:cubicBezTo>
                    <a:cubicBezTo>
                      <a:pt x="2770" y="1839"/>
                      <a:pt x="2638" y="2172"/>
                      <a:pt x="2394" y="2393"/>
                    </a:cubicBezTo>
                    <a:cubicBezTo>
                      <a:pt x="2172" y="2637"/>
                      <a:pt x="1862" y="2770"/>
                      <a:pt x="1530" y="2770"/>
                    </a:cubicBezTo>
                    <a:cubicBezTo>
                      <a:pt x="1197" y="2770"/>
                      <a:pt x="865" y="2637"/>
                      <a:pt x="643" y="2393"/>
                    </a:cubicBezTo>
                    <a:cubicBezTo>
                      <a:pt x="400" y="2172"/>
                      <a:pt x="267" y="1839"/>
                      <a:pt x="267" y="1507"/>
                    </a:cubicBezTo>
                    <a:cubicBezTo>
                      <a:pt x="267" y="1175"/>
                      <a:pt x="400" y="864"/>
                      <a:pt x="643" y="643"/>
                    </a:cubicBezTo>
                    <a:cubicBezTo>
                      <a:pt x="865" y="399"/>
                      <a:pt x="1197" y="266"/>
                      <a:pt x="1530" y="266"/>
                    </a:cubicBezTo>
                    <a:close/>
                    <a:moveTo>
                      <a:pt x="1530" y="0"/>
                    </a:moveTo>
                    <a:cubicBezTo>
                      <a:pt x="1109" y="0"/>
                      <a:pt x="732" y="155"/>
                      <a:pt x="444" y="443"/>
                    </a:cubicBezTo>
                    <a:cubicBezTo>
                      <a:pt x="156" y="731"/>
                      <a:pt x="1" y="1108"/>
                      <a:pt x="1" y="1507"/>
                    </a:cubicBezTo>
                    <a:cubicBezTo>
                      <a:pt x="1" y="1928"/>
                      <a:pt x="156" y="2305"/>
                      <a:pt x="444" y="2593"/>
                    </a:cubicBezTo>
                    <a:cubicBezTo>
                      <a:pt x="732" y="2881"/>
                      <a:pt x="1109" y="3036"/>
                      <a:pt x="1530" y="3036"/>
                    </a:cubicBezTo>
                    <a:cubicBezTo>
                      <a:pt x="1928" y="3036"/>
                      <a:pt x="2305" y="2881"/>
                      <a:pt x="2593" y="2593"/>
                    </a:cubicBezTo>
                    <a:cubicBezTo>
                      <a:pt x="2881" y="2305"/>
                      <a:pt x="3058" y="1928"/>
                      <a:pt x="3058" y="1507"/>
                    </a:cubicBezTo>
                    <a:cubicBezTo>
                      <a:pt x="3058" y="1108"/>
                      <a:pt x="2881" y="731"/>
                      <a:pt x="2593" y="443"/>
                    </a:cubicBezTo>
                    <a:cubicBezTo>
                      <a:pt x="2305" y="155"/>
                      <a:pt x="1928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4" name="Google Shape;1844;p27"/>
            <p:cNvGrpSpPr/>
            <p:nvPr/>
          </p:nvGrpSpPr>
          <p:grpSpPr>
            <a:xfrm flipH="1">
              <a:off x="4480592" y="4847197"/>
              <a:ext cx="182798" cy="598473"/>
              <a:chOff x="3638102" y="4583399"/>
              <a:chExt cx="182798" cy="598473"/>
            </a:xfrm>
          </p:grpSpPr>
          <p:sp>
            <p:nvSpPr>
              <p:cNvPr id="1845" name="Google Shape;1845;p27"/>
              <p:cNvSpPr/>
              <p:nvPr/>
            </p:nvSpPr>
            <p:spPr>
              <a:xfrm>
                <a:off x="3710947" y="4755502"/>
                <a:ext cx="21214" cy="42637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7135" extrusionOk="0">
                    <a:moveTo>
                      <a:pt x="0" y="1"/>
                    </a:moveTo>
                    <a:lnTo>
                      <a:pt x="0" y="7135"/>
                    </a:lnTo>
                    <a:lnTo>
                      <a:pt x="355" y="7135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27"/>
              <p:cNvSpPr/>
              <p:nvPr/>
            </p:nvSpPr>
            <p:spPr>
              <a:xfrm>
                <a:off x="3638102" y="4583399"/>
                <a:ext cx="182798" cy="181424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1862" y="266"/>
                      <a:pt x="2172" y="399"/>
                      <a:pt x="2394" y="643"/>
                    </a:cubicBezTo>
                    <a:cubicBezTo>
                      <a:pt x="2638" y="864"/>
                      <a:pt x="2770" y="1175"/>
                      <a:pt x="2770" y="1507"/>
                    </a:cubicBezTo>
                    <a:cubicBezTo>
                      <a:pt x="2770" y="1839"/>
                      <a:pt x="2638" y="2172"/>
                      <a:pt x="2394" y="2393"/>
                    </a:cubicBezTo>
                    <a:cubicBezTo>
                      <a:pt x="2172" y="2637"/>
                      <a:pt x="1862" y="2770"/>
                      <a:pt x="1530" y="2770"/>
                    </a:cubicBezTo>
                    <a:cubicBezTo>
                      <a:pt x="1197" y="2770"/>
                      <a:pt x="865" y="2637"/>
                      <a:pt x="643" y="2393"/>
                    </a:cubicBezTo>
                    <a:cubicBezTo>
                      <a:pt x="400" y="2172"/>
                      <a:pt x="267" y="1839"/>
                      <a:pt x="267" y="1507"/>
                    </a:cubicBezTo>
                    <a:cubicBezTo>
                      <a:pt x="267" y="1175"/>
                      <a:pt x="400" y="864"/>
                      <a:pt x="643" y="643"/>
                    </a:cubicBezTo>
                    <a:cubicBezTo>
                      <a:pt x="865" y="399"/>
                      <a:pt x="1197" y="266"/>
                      <a:pt x="1530" y="266"/>
                    </a:cubicBezTo>
                    <a:close/>
                    <a:moveTo>
                      <a:pt x="1530" y="0"/>
                    </a:moveTo>
                    <a:cubicBezTo>
                      <a:pt x="1109" y="0"/>
                      <a:pt x="732" y="155"/>
                      <a:pt x="444" y="443"/>
                    </a:cubicBezTo>
                    <a:cubicBezTo>
                      <a:pt x="156" y="731"/>
                      <a:pt x="1" y="1108"/>
                      <a:pt x="1" y="1507"/>
                    </a:cubicBezTo>
                    <a:cubicBezTo>
                      <a:pt x="1" y="1928"/>
                      <a:pt x="156" y="2305"/>
                      <a:pt x="444" y="2593"/>
                    </a:cubicBezTo>
                    <a:cubicBezTo>
                      <a:pt x="732" y="2881"/>
                      <a:pt x="1109" y="3036"/>
                      <a:pt x="1530" y="3036"/>
                    </a:cubicBezTo>
                    <a:cubicBezTo>
                      <a:pt x="1928" y="3036"/>
                      <a:pt x="2305" y="2881"/>
                      <a:pt x="2593" y="2593"/>
                    </a:cubicBezTo>
                    <a:cubicBezTo>
                      <a:pt x="2881" y="2305"/>
                      <a:pt x="3058" y="1928"/>
                      <a:pt x="3058" y="1507"/>
                    </a:cubicBezTo>
                    <a:cubicBezTo>
                      <a:pt x="3058" y="1108"/>
                      <a:pt x="2881" y="731"/>
                      <a:pt x="2593" y="443"/>
                    </a:cubicBezTo>
                    <a:cubicBezTo>
                      <a:pt x="2305" y="155"/>
                      <a:pt x="1928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7" name="Google Shape;1847;p27"/>
            <p:cNvGrpSpPr/>
            <p:nvPr/>
          </p:nvGrpSpPr>
          <p:grpSpPr>
            <a:xfrm flipH="1">
              <a:off x="4919917" y="4667972"/>
              <a:ext cx="182798" cy="598473"/>
              <a:chOff x="3638102" y="4583399"/>
              <a:chExt cx="182798" cy="598473"/>
            </a:xfrm>
          </p:grpSpPr>
          <p:sp>
            <p:nvSpPr>
              <p:cNvPr id="1848" name="Google Shape;1848;p27"/>
              <p:cNvSpPr/>
              <p:nvPr/>
            </p:nvSpPr>
            <p:spPr>
              <a:xfrm>
                <a:off x="3710947" y="4755502"/>
                <a:ext cx="21214" cy="42637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7135" extrusionOk="0">
                    <a:moveTo>
                      <a:pt x="0" y="1"/>
                    </a:moveTo>
                    <a:lnTo>
                      <a:pt x="0" y="7135"/>
                    </a:lnTo>
                    <a:lnTo>
                      <a:pt x="355" y="7135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27"/>
              <p:cNvSpPr/>
              <p:nvPr/>
            </p:nvSpPr>
            <p:spPr>
              <a:xfrm>
                <a:off x="3638102" y="4583399"/>
                <a:ext cx="182798" cy="181424"/>
              </a:xfrm>
              <a:custGeom>
                <a:avLst/>
                <a:gdLst/>
                <a:ahLst/>
                <a:cxnLst/>
                <a:rect l="l" t="t" r="r" b="b"/>
                <a:pathLst>
                  <a:path w="3059" h="3036" extrusionOk="0">
                    <a:moveTo>
                      <a:pt x="1530" y="266"/>
                    </a:moveTo>
                    <a:cubicBezTo>
                      <a:pt x="1862" y="266"/>
                      <a:pt x="2172" y="399"/>
                      <a:pt x="2394" y="643"/>
                    </a:cubicBezTo>
                    <a:cubicBezTo>
                      <a:pt x="2638" y="864"/>
                      <a:pt x="2770" y="1175"/>
                      <a:pt x="2770" y="1507"/>
                    </a:cubicBezTo>
                    <a:cubicBezTo>
                      <a:pt x="2770" y="1839"/>
                      <a:pt x="2638" y="2172"/>
                      <a:pt x="2394" y="2393"/>
                    </a:cubicBezTo>
                    <a:cubicBezTo>
                      <a:pt x="2172" y="2637"/>
                      <a:pt x="1862" y="2770"/>
                      <a:pt x="1530" y="2770"/>
                    </a:cubicBezTo>
                    <a:cubicBezTo>
                      <a:pt x="1197" y="2770"/>
                      <a:pt x="865" y="2637"/>
                      <a:pt x="643" y="2393"/>
                    </a:cubicBezTo>
                    <a:cubicBezTo>
                      <a:pt x="400" y="2172"/>
                      <a:pt x="267" y="1839"/>
                      <a:pt x="267" y="1507"/>
                    </a:cubicBezTo>
                    <a:cubicBezTo>
                      <a:pt x="267" y="1175"/>
                      <a:pt x="400" y="864"/>
                      <a:pt x="643" y="643"/>
                    </a:cubicBezTo>
                    <a:cubicBezTo>
                      <a:pt x="865" y="399"/>
                      <a:pt x="1197" y="266"/>
                      <a:pt x="1530" y="266"/>
                    </a:cubicBezTo>
                    <a:close/>
                    <a:moveTo>
                      <a:pt x="1530" y="0"/>
                    </a:moveTo>
                    <a:cubicBezTo>
                      <a:pt x="1109" y="0"/>
                      <a:pt x="732" y="155"/>
                      <a:pt x="444" y="443"/>
                    </a:cubicBezTo>
                    <a:cubicBezTo>
                      <a:pt x="156" y="731"/>
                      <a:pt x="1" y="1108"/>
                      <a:pt x="1" y="1507"/>
                    </a:cubicBezTo>
                    <a:cubicBezTo>
                      <a:pt x="1" y="1928"/>
                      <a:pt x="156" y="2305"/>
                      <a:pt x="444" y="2593"/>
                    </a:cubicBezTo>
                    <a:cubicBezTo>
                      <a:pt x="732" y="2881"/>
                      <a:pt x="1109" y="3036"/>
                      <a:pt x="1530" y="3036"/>
                    </a:cubicBezTo>
                    <a:cubicBezTo>
                      <a:pt x="1928" y="3036"/>
                      <a:pt x="2305" y="2881"/>
                      <a:pt x="2593" y="2593"/>
                    </a:cubicBezTo>
                    <a:cubicBezTo>
                      <a:pt x="2881" y="2305"/>
                      <a:pt x="3058" y="1928"/>
                      <a:pt x="3058" y="1507"/>
                    </a:cubicBezTo>
                    <a:cubicBezTo>
                      <a:pt x="3058" y="1108"/>
                      <a:pt x="2881" y="731"/>
                      <a:pt x="2593" y="443"/>
                    </a:cubicBezTo>
                    <a:cubicBezTo>
                      <a:pt x="2305" y="155"/>
                      <a:pt x="1928" y="0"/>
                      <a:pt x="1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"/>
              <a:buNone/>
              <a:defRPr sz="3000" b="1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"/>
              <a:buNone/>
              <a:defRPr sz="3000" b="1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"/>
              <a:buNone/>
              <a:defRPr sz="3000" b="1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"/>
              <a:buNone/>
              <a:defRPr sz="3000" b="1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"/>
              <a:buNone/>
              <a:defRPr sz="3000" b="1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"/>
              <a:buNone/>
              <a:defRPr sz="3000" b="1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"/>
              <a:buNone/>
              <a:defRPr sz="3000" b="1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"/>
              <a:buNone/>
              <a:defRPr sz="3000" b="1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"/>
              <a:buNone/>
              <a:defRPr sz="3000" b="1">
                <a:solidFill>
                  <a:schemeClr val="dk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8" r:id="rId4"/>
    <p:sldLayoutId id="2147483659" r:id="rId5"/>
    <p:sldLayoutId id="2147483667" r:id="rId6"/>
    <p:sldLayoutId id="2147483670" r:id="rId7"/>
    <p:sldLayoutId id="2147483672" r:id="rId8"/>
    <p:sldLayoutId id="2147483673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31"/>
          <p:cNvSpPr/>
          <p:nvPr/>
        </p:nvSpPr>
        <p:spPr>
          <a:xfrm>
            <a:off x="1180650" y="1119725"/>
            <a:ext cx="6782700" cy="2260800"/>
          </a:xfrm>
          <a:prstGeom prst="snip1Rect">
            <a:avLst>
              <a:gd name="adj" fmla="val 25185"/>
            </a:avLst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62" name="Google Shape;1862;p31"/>
          <p:cNvSpPr txBox="1">
            <a:spLocks noGrp="1"/>
          </p:cNvSpPr>
          <p:nvPr>
            <p:ph type="subTitle" idx="1"/>
          </p:nvPr>
        </p:nvSpPr>
        <p:spPr>
          <a:xfrm>
            <a:off x="2128200" y="3583688"/>
            <a:ext cx="4887600" cy="44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Александър Колев</a:t>
            </a:r>
            <a:endParaRPr dirty="0"/>
          </a:p>
        </p:txBody>
      </p:sp>
      <p:grpSp>
        <p:nvGrpSpPr>
          <p:cNvPr id="1863" name="Google Shape;1863;p31"/>
          <p:cNvGrpSpPr/>
          <p:nvPr/>
        </p:nvGrpSpPr>
        <p:grpSpPr>
          <a:xfrm>
            <a:off x="7447476" y="612577"/>
            <a:ext cx="1794619" cy="937714"/>
            <a:chOff x="7447476" y="612577"/>
            <a:chExt cx="1794619" cy="937714"/>
          </a:xfrm>
        </p:grpSpPr>
        <p:sp>
          <p:nvSpPr>
            <p:cNvPr id="1864" name="Google Shape;1864;p31"/>
            <p:cNvSpPr/>
            <p:nvPr/>
          </p:nvSpPr>
          <p:spPr>
            <a:xfrm>
              <a:off x="7866602" y="1081065"/>
              <a:ext cx="1375493" cy="469226"/>
            </a:xfrm>
            <a:custGeom>
              <a:avLst/>
              <a:gdLst/>
              <a:ahLst/>
              <a:cxnLst/>
              <a:rect l="l" t="t" r="r" b="b"/>
              <a:pathLst>
                <a:path w="42608" h="14535" extrusionOk="0">
                  <a:moveTo>
                    <a:pt x="4299" y="0"/>
                  </a:moveTo>
                  <a:lnTo>
                    <a:pt x="1" y="4321"/>
                  </a:lnTo>
                  <a:cubicBezTo>
                    <a:pt x="67" y="4365"/>
                    <a:pt x="134" y="4432"/>
                    <a:pt x="200" y="4498"/>
                  </a:cubicBezTo>
                  <a:lnTo>
                    <a:pt x="4432" y="288"/>
                  </a:lnTo>
                  <a:lnTo>
                    <a:pt x="27474" y="288"/>
                  </a:lnTo>
                  <a:lnTo>
                    <a:pt x="41721" y="14535"/>
                  </a:lnTo>
                  <a:lnTo>
                    <a:pt x="42607" y="14535"/>
                  </a:lnTo>
                  <a:lnTo>
                    <a:pt x="42607" y="14269"/>
                  </a:lnTo>
                  <a:lnTo>
                    <a:pt x="41832" y="14269"/>
                  </a:lnTo>
                  <a:lnTo>
                    <a:pt x="27585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5" name="Google Shape;1865;p31"/>
            <p:cNvSpPr/>
            <p:nvPr/>
          </p:nvSpPr>
          <p:spPr>
            <a:xfrm>
              <a:off x="7526149" y="694834"/>
              <a:ext cx="1715944" cy="710280"/>
            </a:xfrm>
            <a:custGeom>
              <a:avLst/>
              <a:gdLst/>
              <a:ahLst/>
              <a:cxnLst/>
              <a:rect l="l" t="t" r="r" b="b"/>
              <a:pathLst>
                <a:path w="53154" h="22002" extrusionOk="0">
                  <a:moveTo>
                    <a:pt x="222" y="0"/>
                  </a:moveTo>
                  <a:cubicBezTo>
                    <a:pt x="155" y="89"/>
                    <a:pt x="89" y="133"/>
                    <a:pt x="0" y="199"/>
                  </a:cubicBezTo>
                  <a:lnTo>
                    <a:pt x="8929" y="9106"/>
                  </a:lnTo>
                  <a:lnTo>
                    <a:pt x="40258" y="9106"/>
                  </a:lnTo>
                  <a:lnTo>
                    <a:pt x="53153" y="22001"/>
                  </a:lnTo>
                  <a:lnTo>
                    <a:pt x="53153" y="21625"/>
                  </a:lnTo>
                  <a:lnTo>
                    <a:pt x="40369" y="8840"/>
                  </a:lnTo>
                  <a:lnTo>
                    <a:pt x="9040" y="8840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6" name="Google Shape;1866;p31"/>
            <p:cNvSpPr/>
            <p:nvPr/>
          </p:nvSpPr>
          <p:spPr>
            <a:xfrm>
              <a:off x="7447476" y="612577"/>
              <a:ext cx="98010" cy="98720"/>
            </a:xfrm>
            <a:custGeom>
              <a:avLst/>
              <a:gdLst/>
              <a:ahLst/>
              <a:cxnLst/>
              <a:rect l="l" t="t" r="r" b="b"/>
              <a:pathLst>
                <a:path w="3036" h="3058" extrusionOk="0">
                  <a:moveTo>
                    <a:pt x="1529" y="288"/>
                  </a:move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20" y="2792"/>
                    <a:pt x="266" y="2216"/>
                    <a:pt x="266" y="1529"/>
                  </a:cubicBezTo>
                  <a:cubicBezTo>
                    <a:pt x="266" y="842"/>
                    <a:pt x="820" y="288"/>
                    <a:pt x="1529" y="288"/>
                  </a:cubicBezTo>
                  <a:close/>
                  <a:moveTo>
                    <a:pt x="1529" y="0"/>
                  </a:moveTo>
                  <a:cubicBezTo>
                    <a:pt x="687" y="0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1861" y="3058"/>
                    <a:pt x="2193" y="2947"/>
                    <a:pt x="2437" y="2747"/>
                  </a:cubicBezTo>
                  <a:lnTo>
                    <a:pt x="2260" y="2570"/>
                  </a:lnTo>
                  <a:lnTo>
                    <a:pt x="2459" y="2371"/>
                  </a:lnTo>
                  <a:lnTo>
                    <a:pt x="2637" y="2548"/>
                  </a:lnTo>
                  <a:cubicBezTo>
                    <a:pt x="2902" y="2282"/>
                    <a:pt x="3035" y="1928"/>
                    <a:pt x="3035" y="1529"/>
                  </a:cubicBezTo>
                  <a:cubicBezTo>
                    <a:pt x="3035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7" name="Google Shape;1867;p31"/>
            <p:cNvSpPr/>
            <p:nvPr/>
          </p:nvSpPr>
          <p:spPr>
            <a:xfrm>
              <a:off x="7786509" y="1209098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288"/>
                  </a:move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42" y="2792"/>
                    <a:pt x="266" y="2216"/>
                    <a:pt x="266" y="1529"/>
                  </a:cubicBezTo>
                  <a:cubicBezTo>
                    <a:pt x="266" y="842"/>
                    <a:pt x="842" y="288"/>
                    <a:pt x="1529" y="288"/>
                  </a:cubicBezTo>
                  <a:close/>
                  <a:moveTo>
                    <a:pt x="1529" y="0"/>
                  </a:moveTo>
                  <a:cubicBezTo>
                    <a:pt x="687" y="0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1153"/>
                    <a:pt x="2903" y="798"/>
                    <a:pt x="2681" y="532"/>
                  </a:cubicBezTo>
                  <a:lnTo>
                    <a:pt x="2548" y="665"/>
                  </a:lnTo>
                  <a:lnTo>
                    <a:pt x="2371" y="466"/>
                  </a:lnTo>
                  <a:lnTo>
                    <a:pt x="2482" y="355"/>
                  </a:lnTo>
                  <a:cubicBezTo>
                    <a:pt x="2216" y="133"/>
                    <a:pt x="1883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868" name="Google Shape;1868;p31"/>
          <p:cNvGrpSpPr/>
          <p:nvPr/>
        </p:nvGrpSpPr>
        <p:grpSpPr>
          <a:xfrm>
            <a:off x="-21957" y="3648039"/>
            <a:ext cx="1468333" cy="494947"/>
            <a:chOff x="-21957" y="3648039"/>
            <a:chExt cx="1468333" cy="494947"/>
          </a:xfrm>
        </p:grpSpPr>
        <p:sp>
          <p:nvSpPr>
            <p:cNvPr id="1869" name="Google Shape;1869;p31"/>
            <p:cNvSpPr/>
            <p:nvPr/>
          </p:nvSpPr>
          <p:spPr>
            <a:xfrm>
              <a:off x="1113676" y="3810286"/>
              <a:ext cx="332700" cy="332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0" name="Google Shape;1870;p31"/>
            <p:cNvSpPr/>
            <p:nvPr/>
          </p:nvSpPr>
          <p:spPr>
            <a:xfrm>
              <a:off x="-21957" y="3648039"/>
              <a:ext cx="1150161" cy="332607"/>
            </a:xfrm>
            <a:custGeom>
              <a:avLst/>
              <a:gdLst/>
              <a:ahLst/>
              <a:cxnLst/>
              <a:rect l="l" t="t" r="r" b="b"/>
              <a:pathLst>
                <a:path w="35628" h="10303" extrusionOk="0">
                  <a:moveTo>
                    <a:pt x="0" y="0"/>
                  </a:moveTo>
                  <a:lnTo>
                    <a:pt x="0" y="1108"/>
                  </a:lnTo>
                  <a:lnTo>
                    <a:pt x="9062" y="10192"/>
                  </a:lnTo>
                  <a:lnTo>
                    <a:pt x="9173" y="10303"/>
                  </a:lnTo>
                  <a:lnTo>
                    <a:pt x="35583" y="10303"/>
                  </a:lnTo>
                  <a:cubicBezTo>
                    <a:pt x="35583" y="10259"/>
                    <a:pt x="35583" y="10214"/>
                    <a:pt x="35583" y="10170"/>
                  </a:cubicBezTo>
                  <a:cubicBezTo>
                    <a:pt x="35583" y="9949"/>
                    <a:pt x="35605" y="9727"/>
                    <a:pt x="35627" y="9505"/>
                  </a:cubicBezTo>
                  <a:lnTo>
                    <a:pt x="9505" y="9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1" name="Google Shape;1871;p31"/>
            <p:cNvSpPr/>
            <p:nvPr/>
          </p:nvSpPr>
          <p:spPr>
            <a:xfrm>
              <a:off x="1198819" y="3895801"/>
              <a:ext cx="162413" cy="161671"/>
            </a:xfrm>
            <a:custGeom>
              <a:avLst/>
              <a:gdLst/>
              <a:ahLst/>
              <a:cxnLst/>
              <a:rect l="l" t="t" r="r" b="b"/>
              <a:pathLst>
                <a:path w="5031" h="5008" extrusionOk="0">
                  <a:moveTo>
                    <a:pt x="2505" y="0"/>
                  </a:moveTo>
                  <a:cubicBezTo>
                    <a:pt x="1131" y="0"/>
                    <a:pt x="1" y="1108"/>
                    <a:pt x="1" y="2504"/>
                  </a:cubicBezTo>
                  <a:cubicBezTo>
                    <a:pt x="1" y="3878"/>
                    <a:pt x="1131" y="5008"/>
                    <a:pt x="2505" y="5008"/>
                  </a:cubicBezTo>
                  <a:cubicBezTo>
                    <a:pt x="3900" y="5008"/>
                    <a:pt x="5030" y="3878"/>
                    <a:pt x="5030" y="2504"/>
                  </a:cubicBezTo>
                  <a:cubicBezTo>
                    <a:pt x="5030" y="1108"/>
                    <a:pt x="3900" y="0"/>
                    <a:pt x="2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872" name="Google Shape;1872;p31"/>
          <p:cNvGrpSpPr/>
          <p:nvPr/>
        </p:nvGrpSpPr>
        <p:grpSpPr>
          <a:xfrm>
            <a:off x="5142438" y="4352625"/>
            <a:ext cx="881930" cy="325254"/>
            <a:chOff x="4761438" y="4276425"/>
            <a:chExt cx="881930" cy="325254"/>
          </a:xfrm>
        </p:grpSpPr>
        <p:sp>
          <p:nvSpPr>
            <p:cNvPr id="1873" name="Google Shape;1873;p31"/>
            <p:cNvSpPr/>
            <p:nvPr/>
          </p:nvSpPr>
          <p:spPr>
            <a:xfrm>
              <a:off x="5424363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93" y="399"/>
                  </a:moveTo>
                  <a:lnTo>
                    <a:pt x="2593" y="2659"/>
                  </a:lnTo>
                  <a:lnTo>
                    <a:pt x="399" y="2659"/>
                  </a:lnTo>
                  <a:lnTo>
                    <a:pt x="399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69" y="3036"/>
                  </a:lnTo>
                  <a:lnTo>
                    <a:pt x="29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4" name="Google Shape;1874;p31"/>
            <p:cNvSpPr/>
            <p:nvPr/>
          </p:nvSpPr>
          <p:spPr>
            <a:xfrm>
              <a:off x="5235220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99"/>
                  </a:moveTo>
                  <a:lnTo>
                    <a:pt x="2571" y="2659"/>
                  </a:lnTo>
                  <a:lnTo>
                    <a:pt x="399" y="2659"/>
                  </a:lnTo>
                  <a:lnTo>
                    <a:pt x="399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5" name="Google Shape;1875;p31"/>
            <p:cNvSpPr/>
            <p:nvPr/>
          </p:nvSpPr>
          <p:spPr>
            <a:xfrm>
              <a:off x="5046076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99"/>
                  </a:moveTo>
                  <a:lnTo>
                    <a:pt x="2571" y="2659"/>
                  </a:lnTo>
                  <a:lnTo>
                    <a:pt x="400" y="2659"/>
                  </a:lnTo>
                  <a:lnTo>
                    <a:pt x="400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6" name="Google Shape;1876;p31"/>
            <p:cNvSpPr/>
            <p:nvPr/>
          </p:nvSpPr>
          <p:spPr>
            <a:xfrm>
              <a:off x="4856933" y="447398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99"/>
                  </a:moveTo>
                  <a:lnTo>
                    <a:pt x="2571" y="2659"/>
                  </a:lnTo>
                  <a:lnTo>
                    <a:pt x="400" y="2659"/>
                  </a:lnTo>
                  <a:lnTo>
                    <a:pt x="400" y="399"/>
                  </a:lnTo>
                  <a:close/>
                  <a:moveTo>
                    <a:pt x="1" y="1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7" name="Google Shape;1877;p31"/>
            <p:cNvSpPr/>
            <p:nvPr/>
          </p:nvSpPr>
          <p:spPr>
            <a:xfrm>
              <a:off x="5360094" y="4529884"/>
              <a:ext cx="64310" cy="15899"/>
            </a:xfrm>
            <a:custGeom>
              <a:avLst/>
              <a:gdLst/>
              <a:ahLst/>
              <a:cxnLst/>
              <a:rect l="l" t="t" r="r" b="b"/>
              <a:pathLst>
                <a:path w="1529" h="378" extrusionOk="0">
                  <a:moveTo>
                    <a:pt x="0" y="1"/>
                  </a:moveTo>
                  <a:lnTo>
                    <a:pt x="0" y="378"/>
                  </a:lnTo>
                  <a:lnTo>
                    <a:pt x="1529" y="37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8" name="Google Shape;1878;p31"/>
            <p:cNvSpPr/>
            <p:nvPr/>
          </p:nvSpPr>
          <p:spPr>
            <a:xfrm>
              <a:off x="5170951" y="4529884"/>
              <a:ext cx="64352" cy="15899"/>
            </a:xfrm>
            <a:custGeom>
              <a:avLst/>
              <a:gdLst/>
              <a:ahLst/>
              <a:cxnLst/>
              <a:rect l="l" t="t" r="r" b="b"/>
              <a:pathLst>
                <a:path w="1530" h="378" extrusionOk="0">
                  <a:moveTo>
                    <a:pt x="0" y="1"/>
                  </a:moveTo>
                  <a:lnTo>
                    <a:pt x="0" y="378"/>
                  </a:lnTo>
                  <a:lnTo>
                    <a:pt x="1529" y="37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9" name="Google Shape;1879;p31"/>
            <p:cNvSpPr/>
            <p:nvPr/>
          </p:nvSpPr>
          <p:spPr>
            <a:xfrm>
              <a:off x="4981808" y="4529884"/>
              <a:ext cx="64352" cy="15899"/>
            </a:xfrm>
            <a:custGeom>
              <a:avLst/>
              <a:gdLst/>
              <a:ahLst/>
              <a:cxnLst/>
              <a:rect l="l" t="t" r="r" b="b"/>
              <a:pathLst>
                <a:path w="1530" h="378" extrusionOk="0">
                  <a:moveTo>
                    <a:pt x="0" y="1"/>
                  </a:moveTo>
                  <a:lnTo>
                    <a:pt x="0" y="378"/>
                  </a:lnTo>
                  <a:lnTo>
                    <a:pt x="1529" y="37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0" name="Google Shape;1880;p31"/>
            <p:cNvSpPr/>
            <p:nvPr/>
          </p:nvSpPr>
          <p:spPr>
            <a:xfrm>
              <a:off x="4761438" y="4529884"/>
              <a:ext cx="99766" cy="15899"/>
            </a:xfrm>
            <a:custGeom>
              <a:avLst/>
              <a:gdLst/>
              <a:ahLst/>
              <a:cxnLst/>
              <a:rect l="l" t="t" r="r" b="b"/>
              <a:pathLst>
                <a:path w="2372" h="378" extrusionOk="0">
                  <a:moveTo>
                    <a:pt x="0" y="1"/>
                  </a:moveTo>
                  <a:lnTo>
                    <a:pt x="0" y="378"/>
                  </a:lnTo>
                  <a:lnTo>
                    <a:pt x="2371" y="378"/>
                  </a:lnTo>
                  <a:lnTo>
                    <a:pt x="237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1" name="Google Shape;1881;p31"/>
            <p:cNvSpPr/>
            <p:nvPr/>
          </p:nvSpPr>
          <p:spPr>
            <a:xfrm>
              <a:off x="5544569" y="4529884"/>
              <a:ext cx="98799" cy="15899"/>
            </a:xfrm>
            <a:custGeom>
              <a:avLst/>
              <a:gdLst/>
              <a:ahLst/>
              <a:cxnLst/>
              <a:rect l="l" t="t" r="r" b="b"/>
              <a:pathLst>
                <a:path w="2349" h="378" extrusionOk="0">
                  <a:moveTo>
                    <a:pt x="0" y="1"/>
                  </a:moveTo>
                  <a:lnTo>
                    <a:pt x="0" y="378"/>
                  </a:lnTo>
                  <a:lnTo>
                    <a:pt x="2349" y="378"/>
                  </a:lnTo>
                  <a:lnTo>
                    <a:pt x="234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2" name="Google Shape;1882;p31"/>
            <p:cNvSpPr/>
            <p:nvPr/>
          </p:nvSpPr>
          <p:spPr>
            <a:xfrm>
              <a:off x="5424363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93" y="377"/>
                  </a:moveTo>
                  <a:lnTo>
                    <a:pt x="2593" y="2637"/>
                  </a:lnTo>
                  <a:lnTo>
                    <a:pt x="399" y="2637"/>
                  </a:lnTo>
                  <a:lnTo>
                    <a:pt x="399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69" y="3036"/>
                  </a:lnTo>
                  <a:lnTo>
                    <a:pt x="29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3" name="Google Shape;1883;p31"/>
            <p:cNvSpPr/>
            <p:nvPr/>
          </p:nvSpPr>
          <p:spPr>
            <a:xfrm>
              <a:off x="5235220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77"/>
                  </a:moveTo>
                  <a:lnTo>
                    <a:pt x="2571" y="2637"/>
                  </a:lnTo>
                  <a:lnTo>
                    <a:pt x="399" y="2637"/>
                  </a:lnTo>
                  <a:lnTo>
                    <a:pt x="399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4" name="Google Shape;1884;p31"/>
            <p:cNvSpPr/>
            <p:nvPr/>
          </p:nvSpPr>
          <p:spPr>
            <a:xfrm>
              <a:off x="5046076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77"/>
                  </a:moveTo>
                  <a:lnTo>
                    <a:pt x="2571" y="2637"/>
                  </a:lnTo>
                  <a:lnTo>
                    <a:pt x="400" y="2637"/>
                  </a:lnTo>
                  <a:lnTo>
                    <a:pt x="400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5" name="Google Shape;1885;p31"/>
            <p:cNvSpPr/>
            <p:nvPr/>
          </p:nvSpPr>
          <p:spPr>
            <a:xfrm>
              <a:off x="4856933" y="4276425"/>
              <a:ext cx="124918" cy="127694"/>
            </a:xfrm>
            <a:custGeom>
              <a:avLst/>
              <a:gdLst/>
              <a:ahLst/>
              <a:cxnLst/>
              <a:rect l="l" t="t" r="r" b="b"/>
              <a:pathLst>
                <a:path w="2970" h="3036" extrusionOk="0">
                  <a:moveTo>
                    <a:pt x="2571" y="377"/>
                  </a:moveTo>
                  <a:lnTo>
                    <a:pt x="2571" y="2637"/>
                  </a:lnTo>
                  <a:lnTo>
                    <a:pt x="400" y="2637"/>
                  </a:lnTo>
                  <a:lnTo>
                    <a:pt x="400" y="377"/>
                  </a:lnTo>
                  <a:close/>
                  <a:moveTo>
                    <a:pt x="1" y="0"/>
                  </a:moveTo>
                  <a:lnTo>
                    <a:pt x="1" y="3036"/>
                  </a:lnTo>
                  <a:lnTo>
                    <a:pt x="2970" y="3036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6" name="Google Shape;1886;p31"/>
            <p:cNvSpPr/>
            <p:nvPr/>
          </p:nvSpPr>
          <p:spPr>
            <a:xfrm>
              <a:off x="5360094" y="4331399"/>
              <a:ext cx="64310" cy="16824"/>
            </a:xfrm>
            <a:custGeom>
              <a:avLst/>
              <a:gdLst/>
              <a:ahLst/>
              <a:cxnLst/>
              <a:rect l="l" t="t" r="r" b="b"/>
              <a:pathLst>
                <a:path w="1529" h="400" extrusionOk="0">
                  <a:moveTo>
                    <a:pt x="0" y="1"/>
                  </a:moveTo>
                  <a:lnTo>
                    <a:pt x="0" y="400"/>
                  </a:lnTo>
                  <a:lnTo>
                    <a:pt x="1529" y="40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7" name="Google Shape;1887;p31"/>
            <p:cNvSpPr/>
            <p:nvPr/>
          </p:nvSpPr>
          <p:spPr>
            <a:xfrm>
              <a:off x="5170951" y="4331399"/>
              <a:ext cx="64352" cy="16824"/>
            </a:xfrm>
            <a:custGeom>
              <a:avLst/>
              <a:gdLst/>
              <a:ahLst/>
              <a:cxnLst/>
              <a:rect l="l" t="t" r="r" b="b"/>
              <a:pathLst>
                <a:path w="1530" h="400" extrusionOk="0">
                  <a:moveTo>
                    <a:pt x="0" y="1"/>
                  </a:moveTo>
                  <a:lnTo>
                    <a:pt x="0" y="400"/>
                  </a:lnTo>
                  <a:lnTo>
                    <a:pt x="1529" y="40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8" name="Google Shape;1888;p31"/>
            <p:cNvSpPr/>
            <p:nvPr/>
          </p:nvSpPr>
          <p:spPr>
            <a:xfrm>
              <a:off x="4981808" y="4331399"/>
              <a:ext cx="64352" cy="16824"/>
            </a:xfrm>
            <a:custGeom>
              <a:avLst/>
              <a:gdLst/>
              <a:ahLst/>
              <a:cxnLst/>
              <a:rect l="l" t="t" r="r" b="b"/>
              <a:pathLst>
                <a:path w="1530" h="400" extrusionOk="0">
                  <a:moveTo>
                    <a:pt x="0" y="1"/>
                  </a:moveTo>
                  <a:lnTo>
                    <a:pt x="0" y="400"/>
                  </a:lnTo>
                  <a:lnTo>
                    <a:pt x="1529" y="400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9" name="Google Shape;1889;p31"/>
            <p:cNvSpPr/>
            <p:nvPr/>
          </p:nvSpPr>
          <p:spPr>
            <a:xfrm>
              <a:off x="4761438" y="4331399"/>
              <a:ext cx="99766" cy="16824"/>
            </a:xfrm>
            <a:custGeom>
              <a:avLst/>
              <a:gdLst/>
              <a:ahLst/>
              <a:cxnLst/>
              <a:rect l="l" t="t" r="r" b="b"/>
              <a:pathLst>
                <a:path w="2372" h="400" extrusionOk="0">
                  <a:moveTo>
                    <a:pt x="0" y="1"/>
                  </a:moveTo>
                  <a:lnTo>
                    <a:pt x="0" y="400"/>
                  </a:lnTo>
                  <a:lnTo>
                    <a:pt x="2371" y="400"/>
                  </a:lnTo>
                  <a:lnTo>
                    <a:pt x="2371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0" name="Google Shape;1890;p31"/>
            <p:cNvSpPr/>
            <p:nvPr/>
          </p:nvSpPr>
          <p:spPr>
            <a:xfrm>
              <a:off x="5544569" y="4331399"/>
              <a:ext cx="98799" cy="16824"/>
            </a:xfrm>
            <a:custGeom>
              <a:avLst/>
              <a:gdLst/>
              <a:ahLst/>
              <a:cxnLst/>
              <a:rect l="l" t="t" r="r" b="b"/>
              <a:pathLst>
                <a:path w="2349" h="400" extrusionOk="0">
                  <a:moveTo>
                    <a:pt x="0" y="1"/>
                  </a:moveTo>
                  <a:lnTo>
                    <a:pt x="0" y="400"/>
                  </a:lnTo>
                  <a:lnTo>
                    <a:pt x="2349" y="400"/>
                  </a:lnTo>
                  <a:lnTo>
                    <a:pt x="2349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891" name="Google Shape;1891;p31"/>
          <p:cNvGrpSpPr/>
          <p:nvPr/>
        </p:nvGrpSpPr>
        <p:grpSpPr>
          <a:xfrm>
            <a:off x="7825118" y="4065849"/>
            <a:ext cx="1178127" cy="1094369"/>
            <a:chOff x="7825118" y="4065849"/>
            <a:chExt cx="1178127" cy="1094369"/>
          </a:xfrm>
        </p:grpSpPr>
        <p:sp>
          <p:nvSpPr>
            <p:cNvPr id="1892" name="Google Shape;1892;p31"/>
            <p:cNvSpPr/>
            <p:nvPr/>
          </p:nvSpPr>
          <p:spPr>
            <a:xfrm>
              <a:off x="7911327" y="4137684"/>
              <a:ext cx="1091918" cy="1022534"/>
            </a:xfrm>
            <a:custGeom>
              <a:avLst/>
              <a:gdLst/>
              <a:ahLst/>
              <a:cxnLst/>
              <a:rect l="l" t="t" r="r" b="b"/>
              <a:pathLst>
                <a:path w="30310" h="28384" extrusionOk="0">
                  <a:moveTo>
                    <a:pt x="0" y="1"/>
                  </a:moveTo>
                  <a:lnTo>
                    <a:pt x="0" y="776"/>
                  </a:lnTo>
                  <a:lnTo>
                    <a:pt x="11012" y="776"/>
                  </a:lnTo>
                  <a:lnTo>
                    <a:pt x="29512" y="19299"/>
                  </a:lnTo>
                  <a:lnTo>
                    <a:pt x="29512" y="28383"/>
                  </a:lnTo>
                  <a:lnTo>
                    <a:pt x="30310" y="28383"/>
                  </a:lnTo>
                  <a:lnTo>
                    <a:pt x="30310" y="18967"/>
                  </a:lnTo>
                  <a:lnTo>
                    <a:pt x="113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3" name="Google Shape;1893;p31"/>
            <p:cNvSpPr/>
            <p:nvPr/>
          </p:nvSpPr>
          <p:spPr>
            <a:xfrm>
              <a:off x="7825118" y="4065849"/>
              <a:ext cx="172416" cy="171659"/>
            </a:xfrm>
            <a:custGeom>
              <a:avLst/>
              <a:gdLst/>
              <a:ahLst/>
              <a:cxnLst/>
              <a:rect l="l" t="t" r="r" b="b"/>
              <a:pathLst>
                <a:path w="4786" h="4765" extrusionOk="0">
                  <a:moveTo>
                    <a:pt x="2393" y="1"/>
                  </a:moveTo>
                  <a:cubicBezTo>
                    <a:pt x="1086" y="1"/>
                    <a:pt x="0" y="1064"/>
                    <a:pt x="0" y="2372"/>
                  </a:cubicBezTo>
                  <a:cubicBezTo>
                    <a:pt x="0" y="3701"/>
                    <a:pt x="1086" y="4764"/>
                    <a:pt x="2393" y="4764"/>
                  </a:cubicBezTo>
                  <a:cubicBezTo>
                    <a:pt x="3722" y="4764"/>
                    <a:pt x="4786" y="3701"/>
                    <a:pt x="4786" y="2372"/>
                  </a:cubicBezTo>
                  <a:cubicBezTo>
                    <a:pt x="4786" y="1064"/>
                    <a:pt x="3722" y="1"/>
                    <a:pt x="23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894" name="Google Shape;1894;p31"/>
          <p:cNvGrpSpPr/>
          <p:nvPr/>
        </p:nvGrpSpPr>
        <p:grpSpPr>
          <a:xfrm>
            <a:off x="2176527" y="4322420"/>
            <a:ext cx="1178136" cy="679753"/>
            <a:chOff x="2176527" y="4297299"/>
            <a:chExt cx="1178136" cy="679753"/>
          </a:xfrm>
        </p:grpSpPr>
        <p:sp>
          <p:nvSpPr>
            <p:cNvPr id="1895" name="Google Shape;1895;p31"/>
            <p:cNvSpPr/>
            <p:nvPr/>
          </p:nvSpPr>
          <p:spPr>
            <a:xfrm>
              <a:off x="2892971" y="4297299"/>
              <a:ext cx="461692" cy="407329"/>
            </a:xfrm>
            <a:custGeom>
              <a:avLst/>
              <a:gdLst/>
              <a:ahLst/>
              <a:cxnLst/>
              <a:rect l="l" t="t" r="r" b="b"/>
              <a:pathLst>
                <a:path w="12807" h="11299" extrusionOk="0">
                  <a:moveTo>
                    <a:pt x="6403" y="353"/>
                  </a:moveTo>
                  <a:cubicBezTo>
                    <a:pt x="7511" y="353"/>
                    <a:pt x="8641" y="707"/>
                    <a:pt x="9594" y="1416"/>
                  </a:cubicBezTo>
                  <a:cubicBezTo>
                    <a:pt x="11920" y="3167"/>
                    <a:pt x="12408" y="6512"/>
                    <a:pt x="10635" y="8839"/>
                  </a:cubicBezTo>
                  <a:cubicBezTo>
                    <a:pt x="9601" y="10226"/>
                    <a:pt x="8011" y="10956"/>
                    <a:pt x="6403" y="10956"/>
                  </a:cubicBezTo>
                  <a:cubicBezTo>
                    <a:pt x="5288" y="10956"/>
                    <a:pt x="4165" y="10606"/>
                    <a:pt x="3213" y="9880"/>
                  </a:cubicBezTo>
                  <a:cubicBezTo>
                    <a:pt x="864" y="8130"/>
                    <a:pt x="399" y="4806"/>
                    <a:pt x="2172" y="2458"/>
                  </a:cubicBezTo>
                  <a:cubicBezTo>
                    <a:pt x="3213" y="1084"/>
                    <a:pt x="4808" y="353"/>
                    <a:pt x="6403" y="353"/>
                  </a:cubicBezTo>
                  <a:close/>
                  <a:moveTo>
                    <a:pt x="6415" y="1"/>
                  </a:moveTo>
                  <a:cubicBezTo>
                    <a:pt x="4696" y="1"/>
                    <a:pt x="2998" y="776"/>
                    <a:pt x="1884" y="2258"/>
                  </a:cubicBezTo>
                  <a:cubicBezTo>
                    <a:pt x="0" y="4740"/>
                    <a:pt x="510" y="8285"/>
                    <a:pt x="2991" y="10168"/>
                  </a:cubicBezTo>
                  <a:cubicBezTo>
                    <a:pt x="4011" y="10944"/>
                    <a:pt x="5207" y="11298"/>
                    <a:pt x="6403" y="11298"/>
                  </a:cubicBezTo>
                  <a:cubicBezTo>
                    <a:pt x="8109" y="11298"/>
                    <a:pt x="9816" y="10523"/>
                    <a:pt x="10923" y="9060"/>
                  </a:cubicBezTo>
                  <a:cubicBezTo>
                    <a:pt x="12807" y="6557"/>
                    <a:pt x="12297" y="3012"/>
                    <a:pt x="9816" y="1128"/>
                  </a:cubicBezTo>
                  <a:cubicBezTo>
                    <a:pt x="8794" y="369"/>
                    <a:pt x="7599" y="1"/>
                    <a:pt x="641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6" name="Google Shape;1896;p31"/>
            <p:cNvSpPr/>
            <p:nvPr/>
          </p:nvSpPr>
          <p:spPr>
            <a:xfrm>
              <a:off x="2957644" y="4356096"/>
              <a:ext cx="330723" cy="292402"/>
            </a:xfrm>
            <a:custGeom>
              <a:avLst/>
              <a:gdLst/>
              <a:ahLst/>
              <a:cxnLst/>
              <a:rect l="l" t="t" r="r" b="b"/>
              <a:pathLst>
                <a:path w="9174" h="8111" extrusionOk="0">
                  <a:moveTo>
                    <a:pt x="4593" y="0"/>
                  </a:moveTo>
                  <a:cubicBezTo>
                    <a:pt x="3365" y="0"/>
                    <a:pt x="2153" y="553"/>
                    <a:pt x="1352" y="1602"/>
                  </a:cubicBezTo>
                  <a:cubicBezTo>
                    <a:pt x="1" y="3397"/>
                    <a:pt x="355" y="5945"/>
                    <a:pt x="2150" y="7296"/>
                  </a:cubicBezTo>
                  <a:cubicBezTo>
                    <a:pt x="2880" y="7846"/>
                    <a:pt x="3732" y="8110"/>
                    <a:pt x="4576" y="8110"/>
                  </a:cubicBezTo>
                  <a:cubicBezTo>
                    <a:pt x="5806" y="8110"/>
                    <a:pt x="7021" y="7550"/>
                    <a:pt x="7822" y="6499"/>
                  </a:cubicBezTo>
                  <a:cubicBezTo>
                    <a:pt x="9174" y="4704"/>
                    <a:pt x="8819" y="2156"/>
                    <a:pt x="7024" y="805"/>
                  </a:cubicBezTo>
                  <a:cubicBezTo>
                    <a:pt x="6293" y="262"/>
                    <a:pt x="5439" y="0"/>
                    <a:pt x="45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7" name="Google Shape;1897;p31"/>
            <p:cNvSpPr/>
            <p:nvPr/>
          </p:nvSpPr>
          <p:spPr>
            <a:xfrm>
              <a:off x="3054292" y="4436199"/>
              <a:ext cx="138216" cy="130032"/>
            </a:xfrm>
            <a:custGeom>
              <a:avLst/>
              <a:gdLst/>
              <a:ahLst/>
              <a:cxnLst/>
              <a:rect l="l" t="t" r="r" b="b"/>
              <a:pathLst>
                <a:path w="3834" h="3607" extrusionOk="0">
                  <a:moveTo>
                    <a:pt x="1944" y="1"/>
                  </a:moveTo>
                  <a:cubicBezTo>
                    <a:pt x="1851" y="1"/>
                    <a:pt x="1757" y="8"/>
                    <a:pt x="1663" y="23"/>
                  </a:cubicBezTo>
                  <a:cubicBezTo>
                    <a:pt x="688" y="156"/>
                    <a:pt x="1" y="1064"/>
                    <a:pt x="134" y="2061"/>
                  </a:cubicBezTo>
                  <a:cubicBezTo>
                    <a:pt x="276" y="2955"/>
                    <a:pt x="1051" y="3606"/>
                    <a:pt x="1930" y="3606"/>
                  </a:cubicBezTo>
                  <a:cubicBezTo>
                    <a:pt x="2010" y="3606"/>
                    <a:pt x="2091" y="3601"/>
                    <a:pt x="2172" y="3590"/>
                  </a:cubicBezTo>
                  <a:cubicBezTo>
                    <a:pt x="3169" y="3435"/>
                    <a:pt x="3834" y="2526"/>
                    <a:pt x="3701" y="1551"/>
                  </a:cubicBezTo>
                  <a:cubicBezTo>
                    <a:pt x="3581" y="649"/>
                    <a:pt x="2825" y="1"/>
                    <a:pt x="1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8" name="Google Shape;1898;p31"/>
            <p:cNvSpPr/>
            <p:nvPr/>
          </p:nvSpPr>
          <p:spPr>
            <a:xfrm>
              <a:off x="2176527" y="4847200"/>
              <a:ext cx="146976" cy="129852"/>
            </a:xfrm>
            <a:custGeom>
              <a:avLst/>
              <a:gdLst/>
              <a:ahLst/>
              <a:cxnLst/>
              <a:rect l="l" t="t" r="r" b="b"/>
              <a:pathLst>
                <a:path w="4077" h="3602" extrusionOk="0">
                  <a:moveTo>
                    <a:pt x="2037" y="1"/>
                  </a:moveTo>
                  <a:cubicBezTo>
                    <a:pt x="1490" y="1"/>
                    <a:pt x="952" y="248"/>
                    <a:pt x="598" y="719"/>
                  </a:cubicBezTo>
                  <a:cubicBezTo>
                    <a:pt x="0" y="1517"/>
                    <a:pt x="177" y="2647"/>
                    <a:pt x="953" y="3245"/>
                  </a:cubicBezTo>
                  <a:cubicBezTo>
                    <a:pt x="1275" y="3487"/>
                    <a:pt x="1652" y="3602"/>
                    <a:pt x="2026" y="3602"/>
                  </a:cubicBezTo>
                  <a:cubicBezTo>
                    <a:pt x="2577" y="3602"/>
                    <a:pt x="3122" y="3352"/>
                    <a:pt x="3479" y="2890"/>
                  </a:cubicBezTo>
                  <a:cubicBezTo>
                    <a:pt x="4077" y="2093"/>
                    <a:pt x="3922" y="963"/>
                    <a:pt x="3124" y="365"/>
                  </a:cubicBezTo>
                  <a:cubicBezTo>
                    <a:pt x="2798" y="120"/>
                    <a:pt x="2415" y="1"/>
                    <a:pt x="203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9" name="Google Shape;1899;p31"/>
            <p:cNvSpPr/>
            <p:nvPr/>
          </p:nvSpPr>
          <p:spPr>
            <a:xfrm>
              <a:off x="2249996" y="4637464"/>
              <a:ext cx="740467" cy="281190"/>
            </a:xfrm>
            <a:custGeom>
              <a:avLst/>
              <a:gdLst/>
              <a:ahLst/>
              <a:cxnLst/>
              <a:rect l="l" t="t" r="r" b="b"/>
              <a:pathLst>
                <a:path w="20540" h="7800" extrusionOk="0">
                  <a:moveTo>
                    <a:pt x="20296" y="1"/>
                  </a:moveTo>
                  <a:lnTo>
                    <a:pt x="12873" y="7445"/>
                  </a:lnTo>
                  <a:lnTo>
                    <a:pt x="0" y="7445"/>
                  </a:lnTo>
                  <a:lnTo>
                    <a:pt x="0" y="7800"/>
                  </a:lnTo>
                  <a:lnTo>
                    <a:pt x="13006" y="7800"/>
                  </a:lnTo>
                  <a:lnTo>
                    <a:pt x="20539" y="267"/>
                  </a:lnTo>
                  <a:lnTo>
                    <a:pt x="20296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00" name="Google Shape;1900;p31"/>
          <p:cNvGrpSpPr/>
          <p:nvPr/>
        </p:nvGrpSpPr>
        <p:grpSpPr>
          <a:xfrm rot="10800000">
            <a:off x="695520" y="2773296"/>
            <a:ext cx="1127604" cy="709227"/>
            <a:chOff x="8080552" y="2473390"/>
            <a:chExt cx="793249" cy="498929"/>
          </a:xfrm>
        </p:grpSpPr>
        <p:sp>
          <p:nvSpPr>
            <p:cNvPr id="1901" name="Google Shape;1901;p31"/>
            <p:cNvSpPr/>
            <p:nvPr/>
          </p:nvSpPr>
          <p:spPr>
            <a:xfrm>
              <a:off x="8163519" y="2857845"/>
              <a:ext cx="32218" cy="32218"/>
            </a:xfrm>
            <a:custGeom>
              <a:avLst/>
              <a:gdLst/>
              <a:ahLst/>
              <a:cxnLst/>
              <a:rect l="l" t="t" r="r" b="b"/>
              <a:pathLst>
                <a:path w="998" h="998" extrusionOk="0">
                  <a:moveTo>
                    <a:pt x="488" y="0"/>
                  </a:moveTo>
                  <a:cubicBezTo>
                    <a:pt x="222" y="0"/>
                    <a:pt x="1" y="222"/>
                    <a:pt x="1" y="488"/>
                  </a:cubicBezTo>
                  <a:cubicBezTo>
                    <a:pt x="1" y="776"/>
                    <a:pt x="222" y="997"/>
                    <a:pt x="488" y="997"/>
                  </a:cubicBezTo>
                  <a:cubicBezTo>
                    <a:pt x="754" y="997"/>
                    <a:pt x="998" y="776"/>
                    <a:pt x="998" y="488"/>
                  </a:cubicBezTo>
                  <a:cubicBezTo>
                    <a:pt x="998" y="222"/>
                    <a:pt x="754" y="0"/>
                    <a:pt x="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2" name="Google Shape;1902;p31"/>
            <p:cNvSpPr/>
            <p:nvPr/>
          </p:nvSpPr>
          <p:spPr>
            <a:xfrm>
              <a:off x="8080552" y="2774879"/>
              <a:ext cx="197440" cy="197440"/>
            </a:xfrm>
            <a:custGeom>
              <a:avLst/>
              <a:gdLst/>
              <a:ahLst/>
              <a:cxnLst/>
              <a:rect l="l" t="t" r="r" b="b"/>
              <a:pathLst>
                <a:path w="6116" h="6116" extrusionOk="0">
                  <a:moveTo>
                    <a:pt x="3058" y="532"/>
                  </a:moveTo>
                  <a:cubicBezTo>
                    <a:pt x="4454" y="532"/>
                    <a:pt x="5584" y="1662"/>
                    <a:pt x="5584" y="3058"/>
                  </a:cubicBezTo>
                  <a:cubicBezTo>
                    <a:pt x="5584" y="4453"/>
                    <a:pt x="4454" y="5583"/>
                    <a:pt x="3058" y="5583"/>
                  </a:cubicBezTo>
                  <a:cubicBezTo>
                    <a:pt x="1662" y="5583"/>
                    <a:pt x="532" y="4453"/>
                    <a:pt x="532" y="3058"/>
                  </a:cubicBezTo>
                  <a:cubicBezTo>
                    <a:pt x="532" y="1662"/>
                    <a:pt x="1662" y="532"/>
                    <a:pt x="3058" y="532"/>
                  </a:cubicBezTo>
                  <a:close/>
                  <a:moveTo>
                    <a:pt x="3058" y="0"/>
                  </a:moveTo>
                  <a:cubicBezTo>
                    <a:pt x="1374" y="0"/>
                    <a:pt x="1" y="1374"/>
                    <a:pt x="1" y="3058"/>
                  </a:cubicBezTo>
                  <a:cubicBezTo>
                    <a:pt x="1" y="4741"/>
                    <a:pt x="1374" y="6115"/>
                    <a:pt x="3058" y="6115"/>
                  </a:cubicBezTo>
                  <a:cubicBezTo>
                    <a:pt x="4742" y="6115"/>
                    <a:pt x="6116" y="4741"/>
                    <a:pt x="6116" y="3058"/>
                  </a:cubicBezTo>
                  <a:cubicBezTo>
                    <a:pt x="6116" y="1374"/>
                    <a:pt x="4742" y="0"/>
                    <a:pt x="3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3" name="Google Shape;1903;p31"/>
            <p:cNvSpPr/>
            <p:nvPr/>
          </p:nvSpPr>
          <p:spPr>
            <a:xfrm>
              <a:off x="8735019" y="2473390"/>
              <a:ext cx="138782" cy="125902"/>
            </a:xfrm>
            <a:custGeom>
              <a:avLst/>
              <a:gdLst/>
              <a:ahLst/>
              <a:cxnLst/>
              <a:rect l="l" t="t" r="r" b="b"/>
              <a:pathLst>
                <a:path w="4299" h="3900" extrusionOk="0">
                  <a:moveTo>
                    <a:pt x="2150" y="0"/>
                  </a:moveTo>
                  <a:cubicBezTo>
                    <a:pt x="1651" y="0"/>
                    <a:pt x="1153" y="189"/>
                    <a:pt x="776" y="565"/>
                  </a:cubicBezTo>
                  <a:cubicBezTo>
                    <a:pt x="1" y="1341"/>
                    <a:pt x="1" y="2559"/>
                    <a:pt x="776" y="3335"/>
                  </a:cubicBezTo>
                  <a:cubicBezTo>
                    <a:pt x="1153" y="3711"/>
                    <a:pt x="1651" y="3900"/>
                    <a:pt x="2150" y="3900"/>
                  </a:cubicBezTo>
                  <a:cubicBezTo>
                    <a:pt x="2648" y="3900"/>
                    <a:pt x="3147" y="3711"/>
                    <a:pt x="3523" y="3335"/>
                  </a:cubicBezTo>
                  <a:cubicBezTo>
                    <a:pt x="4299" y="2559"/>
                    <a:pt x="4299" y="1318"/>
                    <a:pt x="3523" y="565"/>
                  </a:cubicBezTo>
                  <a:cubicBezTo>
                    <a:pt x="3147" y="189"/>
                    <a:pt x="2648" y="0"/>
                    <a:pt x="2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4" name="Google Shape;1904;p31"/>
            <p:cNvSpPr/>
            <p:nvPr/>
          </p:nvSpPr>
          <p:spPr>
            <a:xfrm>
              <a:off x="8179273" y="2530950"/>
              <a:ext cx="631607" cy="351234"/>
            </a:xfrm>
            <a:custGeom>
              <a:avLst/>
              <a:gdLst/>
              <a:ahLst/>
              <a:cxnLst/>
              <a:rect l="l" t="t" r="r" b="b"/>
              <a:pathLst>
                <a:path w="19565" h="10880" extrusionOk="0">
                  <a:moveTo>
                    <a:pt x="19165" y="1"/>
                  </a:moveTo>
                  <a:lnTo>
                    <a:pt x="10790" y="10348"/>
                  </a:lnTo>
                  <a:lnTo>
                    <a:pt x="0" y="10348"/>
                  </a:lnTo>
                  <a:lnTo>
                    <a:pt x="0" y="10879"/>
                  </a:lnTo>
                  <a:lnTo>
                    <a:pt x="11056" y="10879"/>
                  </a:lnTo>
                  <a:lnTo>
                    <a:pt x="19564" y="333"/>
                  </a:lnTo>
                  <a:lnTo>
                    <a:pt x="191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D3D573E4-020F-0CD0-58FA-8E9009EC9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6513" y="1694610"/>
            <a:ext cx="4790973" cy="11169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33"/>
          <p:cNvSpPr txBox="1">
            <a:spLocks noGrp="1"/>
          </p:cNvSpPr>
          <p:nvPr>
            <p:ph type="title"/>
          </p:nvPr>
        </p:nvSpPr>
        <p:spPr>
          <a:xfrm>
            <a:off x="628651" y="483459"/>
            <a:ext cx="787241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Съдържание</a:t>
            </a:r>
            <a:endParaRPr dirty="0"/>
          </a:p>
        </p:txBody>
      </p:sp>
      <p:sp>
        <p:nvSpPr>
          <p:cNvPr id="1933" name="Google Shape;1933;p33"/>
          <p:cNvSpPr txBox="1">
            <a:spLocks noGrp="1"/>
          </p:cNvSpPr>
          <p:nvPr>
            <p:ph type="title" idx="7"/>
          </p:nvPr>
        </p:nvSpPr>
        <p:spPr>
          <a:xfrm>
            <a:off x="3437624" y="1876362"/>
            <a:ext cx="3377513" cy="3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Използвани технологии</a:t>
            </a:r>
            <a:endParaRPr dirty="0"/>
          </a:p>
        </p:txBody>
      </p:sp>
      <p:sp>
        <p:nvSpPr>
          <p:cNvPr id="1934" name="Google Shape;1934;p33"/>
          <p:cNvSpPr txBox="1">
            <a:spLocks noGrp="1"/>
          </p:cNvSpPr>
          <p:nvPr>
            <p:ph type="subTitle" idx="8"/>
          </p:nvPr>
        </p:nvSpPr>
        <p:spPr>
          <a:xfrm>
            <a:off x="3536156" y="2071512"/>
            <a:ext cx="327898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b="0" i="0" dirty="0">
                <a:solidFill>
                  <a:srgbClr val="ECECEC"/>
                </a:solidFill>
                <a:effectLst/>
                <a:latin typeface="Söhne"/>
              </a:rPr>
              <a:t>В</a:t>
            </a:r>
            <a:r>
              <a:rPr lang="ru-RU" sz="1200" dirty="0">
                <a:solidFill>
                  <a:srgbClr val="ECECEC"/>
                </a:solidFill>
                <a:latin typeface="Söhne"/>
              </a:rPr>
              <a:t> </a:t>
            </a:r>
            <a:r>
              <a:rPr lang="bg-BG" sz="1200" dirty="0">
                <a:solidFill>
                  <a:srgbClr val="ECECEC"/>
                </a:solidFill>
                <a:latin typeface="Söhne"/>
              </a:rPr>
              <a:t>т</a:t>
            </a:r>
            <a:r>
              <a:rPr lang="bg-BG" sz="1200" b="0" i="0" dirty="0">
                <a:solidFill>
                  <a:srgbClr val="ECECEC"/>
                </a:solidFill>
                <a:effectLst/>
                <a:latin typeface="Söhne"/>
              </a:rPr>
              <a:t>ази</a:t>
            </a:r>
            <a:r>
              <a:rPr lang="ru-RU" sz="1200" b="0" i="0" dirty="0">
                <a:solidFill>
                  <a:srgbClr val="ECECEC"/>
                </a:solidFill>
                <a:effectLst/>
                <a:latin typeface="Söhne"/>
              </a:rPr>
              <a:t> тема се говори за технологиите, използвани в </a:t>
            </a:r>
            <a:r>
              <a:rPr lang="bg-BG" sz="1200" b="0" i="0" dirty="0">
                <a:solidFill>
                  <a:srgbClr val="ECECEC"/>
                </a:solidFill>
                <a:effectLst/>
                <a:latin typeface="Söhne"/>
              </a:rPr>
              <a:t>този</a:t>
            </a:r>
            <a:r>
              <a:rPr lang="ru-RU" sz="1200" b="0" i="0" dirty="0">
                <a:solidFill>
                  <a:srgbClr val="ECECEC"/>
                </a:solidFill>
                <a:effectLst/>
                <a:latin typeface="Söhne"/>
              </a:rPr>
              <a:t> проект.</a:t>
            </a:r>
            <a:endParaRPr sz="1200" dirty="0"/>
          </a:p>
        </p:txBody>
      </p:sp>
      <p:sp>
        <p:nvSpPr>
          <p:cNvPr id="1935" name="Google Shape;1935;p33"/>
          <p:cNvSpPr txBox="1">
            <a:spLocks noGrp="1"/>
          </p:cNvSpPr>
          <p:nvPr>
            <p:ph type="title" idx="9"/>
          </p:nvPr>
        </p:nvSpPr>
        <p:spPr>
          <a:xfrm>
            <a:off x="2918756" y="1876362"/>
            <a:ext cx="617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1</a:t>
            </a:r>
            <a:r>
              <a:rPr lang="en" dirty="0"/>
              <a:t>.</a:t>
            </a:r>
            <a:endParaRPr dirty="0"/>
          </a:p>
        </p:txBody>
      </p:sp>
      <p:sp>
        <p:nvSpPr>
          <p:cNvPr id="1939" name="Google Shape;1939;p33"/>
          <p:cNvSpPr txBox="1">
            <a:spLocks noGrp="1"/>
          </p:cNvSpPr>
          <p:nvPr>
            <p:ph type="title" idx="16"/>
          </p:nvPr>
        </p:nvSpPr>
        <p:spPr>
          <a:xfrm>
            <a:off x="3588225" y="3086865"/>
            <a:ext cx="2555400" cy="3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Цели и стратегии</a:t>
            </a:r>
            <a:endParaRPr dirty="0"/>
          </a:p>
        </p:txBody>
      </p:sp>
      <p:sp>
        <p:nvSpPr>
          <p:cNvPr id="1940" name="Google Shape;1940;p33"/>
          <p:cNvSpPr txBox="1">
            <a:spLocks noGrp="1"/>
          </p:cNvSpPr>
          <p:nvPr>
            <p:ph type="subTitle" idx="17"/>
          </p:nvPr>
        </p:nvSpPr>
        <p:spPr>
          <a:xfrm>
            <a:off x="3588225" y="3282015"/>
            <a:ext cx="302688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dirty="0"/>
              <a:t>Тази точка е за моите цели и стратегии</a:t>
            </a:r>
            <a:endParaRPr sz="1200" dirty="0"/>
          </a:p>
        </p:txBody>
      </p:sp>
      <p:sp>
        <p:nvSpPr>
          <p:cNvPr id="1941" name="Google Shape;1941;p33"/>
          <p:cNvSpPr txBox="1">
            <a:spLocks noGrp="1"/>
          </p:cNvSpPr>
          <p:nvPr>
            <p:ph type="title" idx="18"/>
          </p:nvPr>
        </p:nvSpPr>
        <p:spPr>
          <a:xfrm>
            <a:off x="2918756" y="3095851"/>
            <a:ext cx="617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2</a:t>
            </a:r>
            <a:r>
              <a:rPr lang="e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35"/>
          <p:cNvSpPr/>
          <p:nvPr/>
        </p:nvSpPr>
        <p:spPr>
          <a:xfrm>
            <a:off x="1474200" y="1491469"/>
            <a:ext cx="6195600" cy="1775100"/>
          </a:xfrm>
          <a:prstGeom prst="snip1Rect">
            <a:avLst>
              <a:gd name="adj" fmla="val 37085"/>
            </a:avLst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1" name="Google Shape;2001;p35"/>
          <p:cNvSpPr txBox="1">
            <a:spLocks noGrp="1"/>
          </p:cNvSpPr>
          <p:nvPr>
            <p:ph type="title"/>
          </p:nvPr>
        </p:nvSpPr>
        <p:spPr>
          <a:xfrm>
            <a:off x="3127779" y="1911619"/>
            <a:ext cx="3975600" cy="9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Използвани технологии</a:t>
            </a:r>
          </a:p>
        </p:txBody>
      </p:sp>
      <p:sp>
        <p:nvSpPr>
          <p:cNvPr id="2002" name="Google Shape;2002;p35"/>
          <p:cNvSpPr txBox="1">
            <a:spLocks noGrp="1"/>
          </p:cNvSpPr>
          <p:nvPr>
            <p:ph type="title" idx="2"/>
          </p:nvPr>
        </p:nvSpPr>
        <p:spPr>
          <a:xfrm>
            <a:off x="1699874" y="1971675"/>
            <a:ext cx="1514814" cy="9538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004" name="Google Shape;2004;p35"/>
          <p:cNvGrpSpPr/>
          <p:nvPr/>
        </p:nvGrpSpPr>
        <p:grpSpPr>
          <a:xfrm>
            <a:off x="7163465" y="2170336"/>
            <a:ext cx="1127604" cy="709227"/>
            <a:chOff x="8080552" y="2473390"/>
            <a:chExt cx="793249" cy="498929"/>
          </a:xfrm>
        </p:grpSpPr>
        <p:sp>
          <p:nvSpPr>
            <p:cNvPr id="2005" name="Google Shape;2005;p35"/>
            <p:cNvSpPr/>
            <p:nvPr/>
          </p:nvSpPr>
          <p:spPr>
            <a:xfrm>
              <a:off x="8163519" y="2857845"/>
              <a:ext cx="32218" cy="32218"/>
            </a:xfrm>
            <a:custGeom>
              <a:avLst/>
              <a:gdLst/>
              <a:ahLst/>
              <a:cxnLst/>
              <a:rect l="l" t="t" r="r" b="b"/>
              <a:pathLst>
                <a:path w="998" h="998" extrusionOk="0">
                  <a:moveTo>
                    <a:pt x="488" y="0"/>
                  </a:moveTo>
                  <a:cubicBezTo>
                    <a:pt x="222" y="0"/>
                    <a:pt x="1" y="222"/>
                    <a:pt x="1" y="488"/>
                  </a:cubicBezTo>
                  <a:cubicBezTo>
                    <a:pt x="1" y="776"/>
                    <a:pt x="222" y="997"/>
                    <a:pt x="488" y="997"/>
                  </a:cubicBezTo>
                  <a:cubicBezTo>
                    <a:pt x="754" y="997"/>
                    <a:pt x="998" y="776"/>
                    <a:pt x="998" y="488"/>
                  </a:cubicBezTo>
                  <a:cubicBezTo>
                    <a:pt x="998" y="222"/>
                    <a:pt x="754" y="0"/>
                    <a:pt x="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5"/>
            <p:cNvSpPr/>
            <p:nvPr/>
          </p:nvSpPr>
          <p:spPr>
            <a:xfrm>
              <a:off x="8080552" y="2774879"/>
              <a:ext cx="197440" cy="197440"/>
            </a:xfrm>
            <a:custGeom>
              <a:avLst/>
              <a:gdLst/>
              <a:ahLst/>
              <a:cxnLst/>
              <a:rect l="l" t="t" r="r" b="b"/>
              <a:pathLst>
                <a:path w="6116" h="6116" extrusionOk="0">
                  <a:moveTo>
                    <a:pt x="3058" y="532"/>
                  </a:moveTo>
                  <a:cubicBezTo>
                    <a:pt x="4454" y="532"/>
                    <a:pt x="5584" y="1662"/>
                    <a:pt x="5584" y="3058"/>
                  </a:cubicBezTo>
                  <a:cubicBezTo>
                    <a:pt x="5584" y="4453"/>
                    <a:pt x="4454" y="5583"/>
                    <a:pt x="3058" y="5583"/>
                  </a:cubicBezTo>
                  <a:cubicBezTo>
                    <a:pt x="1662" y="5583"/>
                    <a:pt x="532" y="4453"/>
                    <a:pt x="532" y="3058"/>
                  </a:cubicBezTo>
                  <a:cubicBezTo>
                    <a:pt x="532" y="1662"/>
                    <a:pt x="1662" y="532"/>
                    <a:pt x="3058" y="532"/>
                  </a:cubicBezTo>
                  <a:close/>
                  <a:moveTo>
                    <a:pt x="3058" y="0"/>
                  </a:moveTo>
                  <a:cubicBezTo>
                    <a:pt x="1374" y="0"/>
                    <a:pt x="1" y="1374"/>
                    <a:pt x="1" y="3058"/>
                  </a:cubicBezTo>
                  <a:cubicBezTo>
                    <a:pt x="1" y="4741"/>
                    <a:pt x="1374" y="6115"/>
                    <a:pt x="3058" y="6115"/>
                  </a:cubicBezTo>
                  <a:cubicBezTo>
                    <a:pt x="4742" y="6115"/>
                    <a:pt x="6116" y="4741"/>
                    <a:pt x="6116" y="3058"/>
                  </a:cubicBezTo>
                  <a:cubicBezTo>
                    <a:pt x="6116" y="1374"/>
                    <a:pt x="4742" y="0"/>
                    <a:pt x="3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5"/>
            <p:cNvSpPr/>
            <p:nvPr/>
          </p:nvSpPr>
          <p:spPr>
            <a:xfrm>
              <a:off x="8735019" y="2473390"/>
              <a:ext cx="138782" cy="125902"/>
            </a:xfrm>
            <a:custGeom>
              <a:avLst/>
              <a:gdLst/>
              <a:ahLst/>
              <a:cxnLst/>
              <a:rect l="l" t="t" r="r" b="b"/>
              <a:pathLst>
                <a:path w="4299" h="3900" extrusionOk="0">
                  <a:moveTo>
                    <a:pt x="2150" y="0"/>
                  </a:moveTo>
                  <a:cubicBezTo>
                    <a:pt x="1651" y="0"/>
                    <a:pt x="1153" y="189"/>
                    <a:pt x="776" y="565"/>
                  </a:cubicBezTo>
                  <a:cubicBezTo>
                    <a:pt x="1" y="1341"/>
                    <a:pt x="1" y="2559"/>
                    <a:pt x="776" y="3335"/>
                  </a:cubicBezTo>
                  <a:cubicBezTo>
                    <a:pt x="1153" y="3711"/>
                    <a:pt x="1651" y="3900"/>
                    <a:pt x="2150" y="3900"/>
                  </a:cubicBezTo>
                  <a:cubicBezTo>
                    <a:pt x="2648" y="3900"/>
                    <a:pt x="3147" y="3711"/>
                    <a:pt x="3523" y="3335"/>
                  </a:cubicBezTo>
                  <a:cubicBezTo>
                    <a:pt x="4299" y="2559"/>
                    <a:pt x="4299" y="1318"/>
                    <a:pt x="3523" y="565"/>
                  </a:cubicBezTo>
                  <a:cubicBezTo>
                    <a:pt x="3147" y="189"/>
                    <a:pt x="2648" y="0"/>
                    <a:pt x="2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5"/>
            <p:cNvSpPr/>
            <p:nvPr/>
          </p:nvSpPr>
          <p:spPr>
            <a:xfrm>
              <a:off x="8179273" y="2530950"/>
              <a:ext cx="631607" cy="351234"/>
            </a:xfrm>
            <a:custGeom>
              <a:avLst/>
              <a:gdLst/>
              <a:ahLst/>
              <a:cxnLst/>
              <a:rect l="l" t="t" r="r" b="b"/>
              <a:pathLst>
                <a:path w="19565" h="10880" extrusionOk="0">
                  <a:moveTo>
                    <a:pt x="19165" y="1"/>
                  </a:moveTo>
                  <a:lnTo>
                    <a:pt x="10790" y="10348"/>
                  </a:lnTo>
                  <a:lnTo>
                    <a:pt x="0" y="10348"/>
                  </a:lnTo>
                  <a:lnTo>
                    <a:pt x="0" y="10879"/>
                  </a:lnTo>
                  <a:lnTo>
                    <a:pt x="11056" y="10879"/>
                  </a:lnTo>
                  <a:lnTo>
                    <a:pt x="19564" y="333"/>
                  </a:lnTo>
                  <a:lnTo>
                    <a:pt x="191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9" name="Google Shape;2009;p35"/>
          <p:cNvGrpSpPr/>
          <p:nvPr/>
        </p:nvGrpSpPr>
        <p:grpSpPr>
          <a:xfrm flipH="1">
            <a:off x="779340" y="1207381"/>
            <a:ext cx="1127604" cy="709227"/>
            <a:chOff x="8080552" y="2473390"/>
            <a:chExt cx="793249" cy="498929"/>
          </a:xfrm>
        </p:grpSpPr>
        <p:sp>
          <p:nvSpPr>
            <p:cNvPr id="2010" name="Google Shape;2010;p35"/>
            <p:cNvSpPr/>
            <p:nvPr/>
          </p:nvSpPr>
          <p:spPr>
            <a:xfrm>
              <a:off x="8163519" y="2857845"/>
              <a:ext cx="32218" cy="32218"/>
            </a:xfrm>
            <a:custGeom>
              <a:avLst/>
              <a:gdLst/>
              <a:ahLst/>
              <a:cxnLst/>
              <a:rect l="l" t="t" r="r" b="b"/>
              <a:pathLst>
                <a:path w="998" h="998" extrusionOk="0">
                  <a:moveTo>
                    <a:pt x="488" y="0"/>
                  </a:moveTo>
                  <a:cubicBezTo>
                    <a:pt x="222" y="0"/>
                    <a:pt x="1" y="222"/>
                    <a:pt x="1" y="488"/>
                  </a:cubicBezTo>
                  <a:cubicBezTo>
                    <a:pt x="1" y="776"/>
                    <a:pt x="222" y="997"/>
                    <a:pt x="488" y="997"/>
                  </a:cubicBezTo>
                  <a:cubicBezTo>
                    <a:pt x="754" y="997"/>
                    <a:pt x="998" y="776"/>
                    <a:pt x="998" y="488"/>
                  </a:cubicBezTo>
                  <a:cubicBezTo>
                    <a:pt x="998" y="222"/>
                    <a:pt x="754" y="0"/>
                    <a:pt x="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5"/>
            <p:cNvSpPr/>
            <p:nvPr/>
          </p:nvSpPr>
          <p:spPr>
            <a:xfrm>
              <a:off x="8080552" y="2774879"/>
              <a:ext cx="197440" cy="197440"/>
            </a:xfrm>
            <a:custGeom>
              <a:avLst/>
              <a:gdLst/>
              <a:ahLst/>
              <a:cxnLst/>
              <a:rect l="l" t="t" r="r" b="b"/>
              <a:pathLst>
                <a:path w="6116" h="6116" extrusionOk="0">
                  <a:moveTo>
                    <a:pt x="3058" y="532"/>
                  </a:moveTo>
                  <a:cubicBezTo>
                    <a:pt x="4454" y="532"/>
                    <a:pt x="5584" y="1662"/>
                    <a:pt x="5584" y="3058"/>
                  </a:cubicBezTo>
                  <a:cubicBezTo>
                    <a:pt x="5584" y="4453"/>
                    <a:pt x="4454" y="5583"/>
                    <a:pt x="3058" y="5583"/>
                  </a:cubicBezTo>
                  <a:cubicBezTo>
                    <a:pt x="1662" y="5583"/>
                    <a:pt x="532" y="4453"/>
                    <a:pt x="532" y="3058"/>
                  </a:cubicBezTo>
                  <a:cubicBezTo>
                    <a:pt x="532" y="1662"/>
                    <a:pt x="1662" y="532"/>
                    <a:pt x="3058" y="532"/>
                  </a:cubicBezTo>
                  <a:close/>
                  <a:moveTo>
                    <a:pt x="3058" y="0"/>
                  </a:moveTo>
                  <a:cubicBezTo>
                    <a:pt x="1374" y="0"/>
                    <a:pt x="1" y="1374"/>
                    <a:pt x="1" y="3058"/>
                  </a:cubicBezTo>
                  <a:cubicBezTo>
                    <a:pt x="1" y="4741"/>
                    <a:pt x="1374" y="6115"/>
                    <a:pt x="3058" y="6115"/>
                  </a:cubicBezTo>
                  <a:cubicBezTo>
                    <a:pt x="4742" y="6115"/>
                    <a:pt x="6116" y="4741"/>
                    <a:pt x="6116" y="3058"/>
                  </a:cubicBezTo>
                  <a:cubicBezTo>
                    <a:pt x="6116" y="1374"/>
                    <a:pt x="4742" y="0"/>
                    <a:pt x="3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5"/>
            <p:cNvSpPr/>
            <p:nvPr/>
          </p:nvSpPr>
          <p:spPr>
            <a:xfrm>
              <a:off x="8735019" y="2473390"/>
              <a:ext cx="138782" cy="125902"/>
            </a:xfrm>
            <a:custGeom>
              <a:avLst/>
              <a:gdLst/>
              <a:ahLst/>
              <a:cxnLst/>
              <a:rect l="l" t="t" r="r" b="b"/>
              <a:pathLst>
                <a:path w="4299" h="3900" extrusionOk="0">
                  <a:moveTo>
                    <a:pt x="2150" y="0"/>
                  </a:moveTo>
                  <a:cubicBezTo>
                    <a:pt x="1651" y="0"/>
                    <a:pt x="1153" y="189"/>
                    <a:pt x="776" y="565"/>
                  </a:cubicBezTo>
                  <a:cubicBezTo>
                    <a:pt x="1" y="1341"/>
                    <a:pt x="1" y="2559"/>
                    <a:pt x="776" y="3335"/>
                  </a:cubicBezTo>
                  <a:cubicBezTo>
                    <a:pt x="1153" y="3711"/>
                    <a:pt x="1651" y="3900"/>
                    <a:pt x="2150" y="3900"/>
                  </a:cubicBezTo>
                  <a:cubicBezTo>
                    <a:pt x="2648" y="3900"/>
                    <a:pt x="3147" y="3711"/>
                    <a:pt x="3523" y="3335"/>
                  </a:cubicBezTo>
                  <a:cubicBezTo>
                    <a:pt x="4299" y="2559"/>
                    <a:pt x="4299" y="1318"/>
                    <a:pt x="3523" y="565"/>
                  </a:cubicBezTo>
                  <a:cubicBezTo>
                    <a:pt x="3147" y="189"/>
                    <a:pt x="2648" y="0"/>
                    <a:pt x="2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5"/>
            <p:cNvSpPr/>
            <p:nvPr/>
          </p:nvSpPr>
          <p:spPr>
            <a:xfrm>
              <a:off x="8179273" y="2530950"/>
              <a:ext cx="631607" cy="351234"/>
            </a:xfrm>
            <a:custGeom>
              <a:avLst/>
              <a:gdLst/>
              <a:ahLst/>
              <a:cxnLst/>
              <a:rect l="l" t="t" r="r" b="b"/>
              <a:pathLst>
                <a:path w="19565" h="10880" extrusionOk="0">
                  <a:moveTo>
                    <a:pt x="19165" y="1"/>
                  </a:moveTo>
                  <a:lnTo>
                    <a:pt x="10790" y="10348"/>
                  </a:lnTo>
                  <a:lnTo>
                    <a:pt x="0" y="10348"/>
                  </a:lnTo>
                  <a:lnTo>
                    <a:pt x="0" y="10879"/>
                  </a:lnTo>
                  <a:lnTo>
                    <a:pt x="11056" y="10879"/>
                  </a:lnTo>
                  <a:lnTo>
                    <a:pt x="19564" y="333"/>
                  </a:lnTo>
                  <a:lnTo>
                    <a:pt x="191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4" name="Google Shape;2014;p35"/>
          <p:cNvGrpSpPr/>
          <p:nvPr/>
        </p:nvGrpSpPr>
        <p:grpSpPr>
          <a:xfrm flipH="1">
            <a:off x="6510585" y="-110550"/>
            <a:ext cx="3434729" cy="1094377"/>
            <a:chOff x="1035175" y="739350"/>
            <a:chExt cx="2659900" cy="847500"/>
          </a:xfrm>
        </p:grpSpPr>
        <p:sp>
          <p:nvSpPr>
            <p:cNvPr id="2015" name="Google Shape;2015;p35"/>
            <p:cNvSpPr/>
            <p:nvPr/>
          </p:nvSpPr>
          <p:spPr>
            <a:xfrm>
              <a:off x="1092800" y="1117100"/>
              <a:ext cx="2529150" cy="430400"/>
            </a:xfrm>
            <a:custGeom>
              <a:avLst/>
              <a:gdLst/>
              <a:ahLst/>
              <a:cxnLst/>
              <a:rect l="l" t="t" r="r" b="b"/>
              <a:pathLst>
                <a:path w="101166" h="17216" extrusionOk="0">
                  <a:moveTo>
                    <a:pt x="55613" y="1"/>
                  </a:moveTo>
                  <a:lnTo>
                    <a:pt x="49054" y="6559"/>
                  </a:lnTo>
                  <a:lnTo>
                    <a:pt x="5960" y="6559"/>
                  </a:lnTo>
                  <a:lnTo>
                    <a:pt x="0" y="12497"/>
                  </a:lnTo>
                  <a:lnTo>
                    <a:pt x="200" y="12696"/>
                  </a:lnTo>
                  <a:lnTo>
                    <a:pt x="6071" y="6825"/>
                  </a:lnTo>
                  <a:lnTo>
                    <a:pt x="49165" y="6825"/>
                  </a:lnTo>
                  <a:lnTo>
                    <a:pt x="55723" y="289"/>
                  </a:lnTo>
                  <a:lnTo>
                    <a:pt x="63589" y="289"/>
                  </a:lnTo>
                  <a:lnTo>
                    <a:pt x="80516" y="17216"/>
                  </a:lnTo>
                  <a:lnTo>
                    <a:pt x="101166" y="17216"/>
                  </a:lnTo>
                  <a:lnTo>
                    <a:pt x="101166" y="16928"/>
                  </a:lnTo>
                  <a:lnTo>
                    <a:pt x="80627" y="16928"/>
                  </a:lnTo>
                  <a:lnTo>
                    <a:pt x="63700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5"/>
            <p:cNvSpPr/>
            <p:nvPr/>
          </p:nvSpPr>
          <p:spPr>
            <a:xfrm>
              <a:off x="1035175" y="1417725"/>
              <a:ext cx="83675" cy="76600"/>
            </a:xfrm>
            <a:custGeom>
              <a:avLst/>
              <a:gdLst/>
              <a:ahLst/>
              <a:cxnLst/>
              <a:rect l="l" t="t" r="r" b="b"/>
              <a:pathLst>
                <a:path w="3347" h="3064" extrusionOk="0">
                  <a:moveTo>
                    <a:pt x="1663" y="283"/>
                  </a:moveTo>
                  <a:cubicBezTo>
                    <a:pt x="1984" y="283"/>
                    <a:pt x="2305" y="405"/>
                    <a:pt x="2549" y="649"/>
                  </a:cubicBezTo>
                  <a:cubicBezTo>
                    <a:pt x="3036" y="1136"/>
                    <a:pt x="3036" y="1934"/>
                    <a:pt x="2549" y="2421"/>
                  </a:cubicBezTo>
                  <a:cubicBezTo>
                    <a:pt x="2305" y="2665"/>
                    <a:pt x="1984" y="2787"/>
                    <a:pt x="1663" y="2787"/>
                  </a:cubicBezTo>
                  <a:cubicBezTo>
                    <a:pt x="1341" y="2787"/>
                    <a:pt x="1020" y="2665"/>
                    <a:pt x="776" y="2421"/>
                  </a:cubicBezTo>
                  <a:cubicBezTo>
                    <a:pt x="289" y="1934"/>
                    <a:pt x="289" y="1136"/>
                    <a:pt x="776" y="649"/>
                  </a:cubicBezTo>
                  <a:cubicBezTo>
                    <a:pt x="1020" y="405"/>
                    <a:pt x="1341" y="283"/>
                    <a:pt x="1663" y="283"/>
                  </a:cubicBezTo>
                  <a:close/>
                  <a:moveTo>
                    <a:pt x="1674" y="1"/>
                  </a:moveTo>
                  <a:cubicBezTo>
                    <a:pt x="1286" y="1"/>
                    <a:pt x="898" y="150"/>
                    <a:pt x="599" y="450"/>
                  </a:cubicBezTo>
                  <a:cubicBezTo>
                    <a:pt x="1" y="1048"/>
                    <a:pt x="1" y="2023"/>
                    <a:pt x="599" y="2621"/>
                  </a:cubicBezTo>
                  <a:cubicBezTo>
                    <a:pt x="887" y="2909"/>
                    <a:pt x="1286" y="3064"/>
                    <a:pt x="1663" y="3064"/>
                  </a:cubicBezTo>
                  <a:cubicBezTo>
                    <a:pt x="2061" y="3064"/>
                    <a:pt x="2460" y="2909"/>
                    <a:pt x="2748" y="2621"/>
                  </a:cubicBezTo>
                  <a:cubicBezTo>
                    <a:pt x="3347" y="2023"/>
                    <a:pt x="3347" y="1048"/>
                    <a:pt x="2748" y="450"/>
                  </a:cubicBezTo>
                  <a:cubicBezTo>
                    <a:pt x="2449" y="150"/>
                    <a:pt x="2061" y="1"/>
                    <a:pt x="16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3611400" y="1510225"/>
              <a:ext cx="83675" cy="76625"/>
            </a:xfrm>
            <a:custGeom>
              <a:avLst/>
              <a:gdLst/>
              <a:ahLst/>
              <a:cxnLst/>
              <a:rect l="l" t="t" r="r" b="b"/>
              <a:pathLst>
                <a:path w="3347" h="3065" extrusionOk="0">
                  <a:moveTo>
                    <a:pt x="1663" y="283"/>
                  </a:moveTo>
                  <a:cubicBezTo>
                    <a:pt x="1984" y="283"/>
                    <a:pt x="2305" y="405"/>
                    <a:pt x="2549" y="649"/>
                  </a:cubicBezTo>
                  <a:cubicBezTo>
                    <a:pt x="3036" y="1136"/>
                    <a:pt x="3036" y="1934"/>
                    <a:pt x="2549" y="2422"/>
                  </a:cubicBezTo>
                  <a:cubicBezTo>
                    <a:pt x="2305" y="2665"/>
                    <a:pt x="1984" y="2787"/>
                    <a:pt x="1663" y="2787"/>
                  </a:cubicBezTo>
                  <a:cubicBezTo>
                    <a:pt x="1341" y="2787"/>
                    <a:pt x="1020" y="2665"/>
                    <a:pt x="776" y="2422"/>
                  </a:cubicBezTo>
                  <a:cubicBezTo>
                    <a:pt x="311" y="1934"/>
                    <a:pt x="311" y="1136"/>
                    <a:pt x="776" y="649"/>
                  </a:cubicBezTo>
                  <a:cubicBezTo>
                    <a:pt x="1020" y="405"/>
                    <a:pt x="1341" y="283"/>
                    <a:pt x="1663" y="283"/>
                  </a:cubicBezTo>
                  <a:close/>
                  <a:moveTo>
                    <a:pt x="1674" y="1"/>
                  </a:moveTo>
                  <a:cubicBezTo>
                    <a:pt x="1286" y="1"/>
                    <a:pt x="898" y="151"/>
                    <a:pt x="599" y="450"/>
                  </a:cubicBezTo>
                  <a:cubicBezTo>
                    <a:pt x="1" y="1048"/>
                    <a:pt x="1" y="2023"/>
                    <a:pt x="599" y="2599"/>
                  </a:cubicBezTo>
                  <a:cubicBezTo>
                    <a:pt x="887" y="2909"/>
                    <a:pt x="1286" y="3064"/>
                    <a:pt x="1663" y="3064"/>
                  </a:cubicBezTo>
                  <a:cubicBezTo>
                    <a:pt x="2062" y="3064"/>
                    <a:pt x="2460" y="2909"/>
                    <a:pt x="2748" y="2599"/>
                  </a:cubicBezTo>
                  <a:cubicBezTo>
                    <a:pt x="3347" y="2023"/>
                    <a:pt x="3347" y="1048"/>
                    <a:pt x="2748" y="450"/>
                  </a:cubicBezTo>
                  <a:cubicBezTo>
                    <a:pt x="2449" y="151"/>
                    <a:pt x="2062" y="1"/>
                    <a:pt x="16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1509875" y="739350"/>
              <a:ext cx="638125" cy="396600"/>
            </a:xfrm>
            <a:custGeom>
              <a:avLst/>
              <a:gdLst/>
              <a:ahLst/>
              <a:cxnLst/>
              <a:rect l="l" t="t" r="r" b="b"/>
              <a:pathLst>
                <a:path w="25525" h="15864" extrusionOk="0">
                  <a:moveTo>
                    <a:pt x="1" y="0"/>
                  </a:moveTo>
                  <a:lnTo>
                    <a:pt x="1" y="5650"/>
                  </a:lnTo>
                  <a:lnTo>
                    <a:pt x="10237" y="15864"/>
                  </a:lnTo>
                  <a:lnTo>
                    <a:pt x="25525" y="15864"/>
                  </a:lnTo>
                  <a:lnTo>
                    <a:pt x="25525" y="15576"/>
                  </a:lnTo>
                  <a:lnTo>
                    <a:pt x="10348" y="15576"/>
                  </a:lnTo>
                  <a:lnTo>
                    <a:pt x="289" y="553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2140225" y="1087600"/>
              <a:ext cx="83675" cy="76050"/>
            </a:xfrm>
            <a:custGeom>
              <a:avLst/>
              <a:gdLst/>
              <a:ahLst/>
              <a:cxnLst/>
              <a:rect l="l" t="t" r="r" b="b"/>
              <a:pathLst>
                <a:path w="3347" h="3042" extrusionOk="0">
                  <a:moveTo>
                    <a:pt x="1663" y="272"/>
                  </a:moveTo>
                  <a:cubicBezTo>
                    <a:pt x="1995" y="272"/>
                    <a:pt x="2305" y="405"/>
                    <a:pt x="2549" y="649"/>
                  </a:cubicBezTo>
                  <a:cubicBezTo>
                    <a:pt x="3036" y="1136"/>
                    <a:pt x="3036" y="1912"/>
                    <a:pt x="2549" y="2399"/>
                  </a:cubicBezTo>
                  <a:cubicBezTo>
                    <a:pt x="2305" y="2643"/>
                    <a:pt x="1984" y="2765"/>
                    <a:pt x="1663" y="2765"/>
                  </a:cubicBezTo>
                  <a:cubicBezTo>
                    <a:pt x="1341" y="2765"/>
                    <a:pt x="1020" y="2643"/>
                    <a:pt x="776" y="2399"/>
                  </a:cubicBezTo>
                  <a:cubicBezTo>
                    <a:pt x="289" y="1912"/>
                    <a:pt x="289" y="1136"/>
                    <a:pt x="776" y="649"/>
                  </a:cubicBezTo>
                  <a:cubicBezTo>
                    <a:pt x="1020" y="405"/>
                    <a:pt x="1352" y="272"/>
                    <a:pt x="1663" y="272"/>
                  </a:cubicBezTo>
                  <a:close/>
                  <a:moveTo>
                    <a:pt x="1674" y="1"/>
                  </a:moveTo>
                  <a:cubicBezTo>
                    <a:pt x="1286" y="1"/>
                    <a:pt x="898" y="150"/>
                    <a:pt x="599" y="449"/>
                  </a:cubicBezTo>
                  <a:cubicBezTo>
                    <a:pt x="1" y="1048"/>
                    <a:pt x="1" y="2000"/>
                    <a:pt x="599" y="2599"/>
                  </a:cubicBezTo>
                  <a:cubicBezTo>
                    <a:pt x="887" y="2909"/>
                    <a:pt x="1286" y="3042"/>
                    <a:pt x="1663" y="3042"/>
                  </a:cubicBezTo>
                  <a:cubicBezTo>
                    <a:pt x="2061" y="3042"/>
                    <a:pt x="2460" y="2909"/>
                    <a:pt x="2748" y="2599"/>
                  </a:cubicBezTo>
                  <a:cubicBezTo>
                    <a:pt x="3346" y="2000"/>
                    <a:pt x="3346" y="1048"/>
                    <a:pt x="2748" y="449"/>
                  </a:cubicBezTo>
                  <a:cubicBezTo>
                    <a:pt x="2449" y="150"/>
                    <a:pt x="2061" y="1"/>
                    <a:pt x="16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0" name="Google Shape;2020;p35"/>
          <p:cNvGrpSpPr/>
          <p:nvPr/>
        </p:nvGrpSpPr>
        <p:grpSpPr>
          <a:xfrm>
            <a:off x="4671877" y="267109"/>
            <a:ext cx="1178136" cy="679753"/>
            <a:chOff x="2176527" y="4297299"/>
            <a:chExt cx="1178136" cy="679753"/>
          </a:xfrm>
        </p:grpSpPr>
        <p:sp>
          <p:nvSpPr>
            <p:cNvPr id="2021" name="Google Shape;2021;p35"/>
            <p:cNvSpPr/>
            <p:nvPr/>
          </p:nvSpPr>
          <p:spPr>
            <a:xfrm>
              <a:off x="2892971" y="4297299"/>
              <a:ext cx="461692" cy="407329"/>
            </a:xfrm>
            <a:custGeom>
              <a:avLst/>
              <a:gdLst/>
              <a:ahLst/>
              <a:cxnLst/>
              <a:rect l="l" t="t" r="r" b="b"/>
              <a:pathLst>
                <a:path w="12807" h="11299" extrusionOk="0">
                  <a:moveTo>
                    <a:pt x="6403" y="353"/>
                  </a:moveTo>
                  <a:cubicBezTo>
                    <a:pt x="7511" y="353"/>
                    <a:pt x="8641" y="707"/>
                    <a:pt x="9594" y="1416"/>
                  </a:cubicBezTo>
                  <a:cubicBezTo>
                    <a:pt x="11920" y="3167"/>
                    <a:pt x="12408" y="6512"/>
                    <a:pt x="10635" y="8839"/>
                  </a:cubicBezTo>
                  <a:cubicBezTo>
                    <a:pt x="9601" y="10226"/>
                    <a:pt x="8011" y="10956"/>
                    <a:pt x="6403" y="10956"/>
                  </a:cubicBezTo>
                  <a:cubicBezTo>
                    <a:pt x="5288" y="10956"/>
                    <a:pt x="4165" y="10606"/>
                    <a:pt x="3213" y="9880"/>
                  </a:cubicBezTo>
                  <a:cubicBezTo>
                    <a:pt x="864" y="8130"/>
                    <a:pt x="399" y="4806"/>
                    <a:pt x="2172" y="2458"/>
                  </a:cubicBezTo>
                  <a:cubicBezTo>
                    <a:pt x="3213" y="1084"/>
                    <a:pt x="4808" y="353"/>
                    <a:pt x="6403" y="353"/>
                  </a:cubicBezTo>
                  <a:close/>
                  <a:moveTo>
                    <a:pt x="6415" y="1"/>
                  </a:moveTo>
                  <a:cubicBezTo>
                    <a:pt x="4696" y="1"/>
                    <a:pt x="2998" y="776"/>
                    <a:pt x="1884" y="2258"/>
                  </a:cubicBezTo>
                  <a:cubicBezTo>
                    <a:pt x="0" y="4740"/>
                    <a:pt x="510" y="8285"/>
                    <a:pt x="2991" y="10168"/>
                  </a:cubicBezTo>
                  <a:cubicBezTo>
                    <a:pt x="4011" y="10944"/>
                    <a:pt x="5207" y="11298"/>
                    <a:pt x="6403" y="11298"/>
                  </a:cubicBezTo>
                  <a:cubicBezTo>
                    <a:pt x="8109" y="11298"/>
                    <a:pt x="9816" y="10523"/>
                    <a:pt x="10923" y="9060"/>
                  </a:cubicBezTo>
                  <a:cubicBezTo>
                    <a:pt x="12807" y="6557"/>
                    <a:pt x="12297" y="3012"/>
                    <a:pt x="9816" y="1128"/>
                  </a:cubicBezTo>
                  <a:cubicBezTo>
                    <a:pt x="8794" y="369"/>
                    <a:pt x="7599" y="1"/>
                    <a:pt x="641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2957644" y="4356096"/>
              <a:ext cx="330723" cy="292402"/>
            </a:xfrm>
            <a:custGeom>
              <a:avLst/>
              <a:gdLst/>
              <a:ahLst/>
              <a:cxnLst/>
              <a:rect l="l" t="t" r="r" b="b"/>
              <a:pathLst>
                <a:path w="9174" h="8111" extrusionOk="0">
                  <a:moveTo>
                    <a:pt x="4593" y="0"/>
                  </a:moveTo>
                  <a:cubicBezTo>
                    <a:pt x="3365" y="0"/>
                    <a:pt x="2153" y="553"/>
                    <a:pt x="1352" y="1602"/>
                  </a:cubicBezTo>
                  <a:cubicBezTo>
                    <a:pt x="1" y="3397"/>
                    <a:pt x="355" y="5945"/>
                    <a:pt x="2150" y="7296"/>
                  </a:cubicBezTo>
                  <a:cubicBezTo>
                    <a:pt x="2880" y="7846"/>
                    <a:pt x="3732" y="8110"/>
                    <a:pt x="4576" y="8110"/>
                  </a:cubicBezTo>
                  <a:cubicBezTo>
                    <a:pt x="5806" y="8110"/>
                    <a:pt x="7021" y="7550"/>
                    <a:pt x="7822" y="6499"/>
                  </a:cubicBezTo>
                  <a:cubicBezTo>
                    <a:pt x="9174" y="4704"/>
                    <a:pt x="8819" y="2156"/>
                    <a:pt x="7024" y="805"/>
                  </a:cubicBezTo>
                  <a:cubicBezTo>
                    <a:pt x="6293" y="262"/>
                    <a:pt x="5439" y="0"/>
                    <a:pt x="45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3054292" y="4436199"/>
              <a:ext cx="138216" cy="130032"/>
            </a:xfrm>
            <a:custGeom>
              <a:avLst/>
              <a:gdLst/>
              <a:ahLst/>
              <a:cxnLst/>
              <a:rect l="l" t="t" r="r" b="b"/>
              <a:pathLst>
                <a:path w="3834" h="3607" extrusionOk="0">
                  <a:moveTo>
                    <a:pt x="1944" y="1"/>
                  </a:moveTo>
                  <a:cubicBezTo>
                    <a:pt x="1851" y="1"/>
                    <a:pt x="1757" y="8"/>
                    <a:pt x="1663" y="23"/>
                  </a:cubicBezTo>
                  <a:cubicBezTo>
                    <a:pt x="688" y="156"/>
                    <a:pt x="1" y="1064"/>
                    <a:pt x="134" y="2061"/>
                  </a:cubicBezTo>
                  <a:cubicBezTo>
                    <a:pt x="276" y="2955"/>
                    <a:pt x="1051" y="3606"/>
                    <a:pt x="1930" y="3606"/>
                  </a:cubicBezTo>
                  <a:cubicBezTo>
                    <a:pt x="2010" y="3606"/>
                    <a:pt x="2091" y="3601"/>
                    <a:pt x="2172" y="3590"/>
                  </a:cubicBezTo>
                  <a:cubicBezTo>
                    <a:pt x="3169" y="3435"/>
                    <a:pt x="3834" y="2526"/>
                    <a:pt x="3701" y="1551"/>
                  </a:cubicBezTo>
                  <a:cubicBezTo>
                    <a:pt x="3581" y="649"/>
                    <a:pt x="2825" y="1"/>
                    <a:pt x="1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2176527" y="4847200"/>
              <a:ext cx="146976" cy="129852"/>
            </a:xfrm>
            <a:custGeom>
              <a:avLst/>
              <a:gdLst/>
              <a:ahLst/>
              <a:cxnLst/>
              <a:rect l="l" t="t" r="r" b="b"/>
              <a:pathLst>
                <a:path w="4077" h="3602" extrusionOk="0">
                  <a:moveTo>
                    <a:pt x="2037" y="1"/>
                  </a:moveTo>
                  <a:cubicBezTo>
                    <a:pt x="1490" y="1"/>
                    <a:pt x="952" y="248"/>
                    <a:pt x="598" y="719"/>
                  </a:cubicBezTo>
                  <a:cubicBezTo>
                    <a:pt x="0" y="1517"/>
                    <a:pt x="177" y="2647"/>
                    <a:pt x="953" y="3245"/>
                  </a:cubicBezTo>
                  <a:cubicBezTo>
                    <a:pt x="1275" y="3487"/>
                    <a:pt x="1652" y="3602"/>
                    <a:pt x="2026" y="3602"/>
                  </a:cubicBezTo>
                  <a:cubicBezTo>
                    <a:pt x="2577" y="3602"/>
                    <a:pt x="3122" y="3352"/>
                    <a:pt x="3479" y="2890"/>
                  </a:cubicBezTo>
                  <a:cubicBezTo>
                    <a:pt x="4077" y="2093"/>
                    <a:pt x="3922" y="963"/>
                    <a:pt x="3124" y="365"/>
                  </a:cubicBezTo>
                  <a:cubicBezTo>
                    <a:pt x="2798" y="120"/>
                    <a:pt x="2415" y="1"/>
                    <a:pt x="203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2249996" y="4637464"/>
              <a:ext cx="740467" cy="281190"/>
            </a:xfrm>
            <a:custGeom>
              <a:avLst/>
              <a:gdLst/>
              <a:ahLst/>
              <a:cxnLst/>
              <a:rect l="l" t="t" r="r" b="b"/>
              <a:pathLst>
                <a:path w="20540" h="7800" extrusionOk="0">
                  <a:moveTo>
                    <a:pt x="20296" y="1"/>
                  </a:moveTo>
                  <a:lnTo>
                    <a:pt x="12873" y="7445"/>
                  </a:lnTo>
                  <a:lnTo>
                    <a:pt x="0" y="7445"/>
                  </a:lnTo>
                  <a:lnTo>
                    <a:pt x="0" y="7800"/>
                  </a:lnTo>
                  <a:lnTo>
                    <a:pt x="13006" y="7800"/>
                  </a:lnTo>
                  <a:lnTo>
                    <a:pt x="20539" y="267"/>
                  </a:lnTo>
                  <a:lnTo>
                    <a:pt x="20296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5" name="Google Shape;2075;p36"/>
          <p:cNvGrpSpPr/>
          <p:nvPr/>
        </p:nvGrpSpPr>
        <p:grpSpPr>
          <a:xfrm>
            <a:off x="3002004" y="4122949"/>
            <a:ext cx="882614" cy="184274"/>
            <a:chOff x="7460504" y="4636145"/>
            <a:chExt cx="882614" cy="184274"/>
          </a:xfrm>
        </p:grpSpPr>
        <p:sp>
          <p:nvSpPr>
            <p:cNvPr id="2076" name="Google Shape;2076;p36"/>
            <p:cNvSpPr/>
            <p:nvPr/>
          </p:nvSpPr>
          <p:spPr>
            <a:xfrm>
              <a:off x="8158777" y="4636145"/>
              <a:ext cx="184341" cy="184274"/>
            </a:xfrm>
            <a:custGeom>
              <a:avLst/>
              <a:gdLst/>
              <a:ahLst/>
              <a:cxnLst/>
              <a:rect l="l" t="t" r="r" b="b"/>
              <a:pathLst>
                <a:path w="2749" h="2748" extrusionOk="0">
                  <a:moveTo>
                    <a:pt x="1374" y="0"/>
                  </a:moveTo>
                  <a:cubicBezTo>
                    <a:pt x="621" y="0"/>
                    <a:pt x="1" y="621"/>
                    <a:pt x="1" y="1374"/>
                  </a:cubicBezTo>
                  <a:cubicBezTo>
                    <a:pt x="1" y="2127"/>
                    <a:pt x="621" y="2748"/>
                    <a:pt x="1374" y="2748"/>
                  </a:cubicBezTo>
                  <a:cubicBezTo>
                    <a:pt x="2128" y="2748"/>
                    <a:pt x="2748" y="2127"/>
                    <a:pt x="2748" y="1374"/>
                  </a:cubicBezTo>
                  <a:cubicBezTo>
                    <a:pt x="2748" y="621"/>
                    <a:pt x="2128" y="0"/>
                    <a:pt x="13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7820068" y="4636145"/>
              <a:ext cx="182799" cy="184274"/>
            </a:xfrm>
            <a:custGeom>
              <a:avLst/>
              <a:gdLst/>
              <a:ahLst/>
              <a:cxnLst/>
              <a:rect l="l" t="t" r="r" b="b"/>
              <a:pathLst>
                <a:path w="2726" h="2748" extrusionOk="0">
                  <a:moveTo>
                    <a:pt x="1352" y="0"/>
                  </a:moveTo>
                  <a:cubicBezTo>
                    <a:pt x="598" y="0"/>
                    <a:pt x="0" y="621"/>
                    <a:pt x="0" y="1374"/>
                  </a:cubicBezTo>
                  <a:cubicBezTo>
                    <a:pt x="0" y="2127"/>
                    <a:pt x="598" y="2748"/>
                    <a:pt x="1352" y="2748"/>
                  </a:cubicBezTo>
                  <a:cubicBezTo>
                    <a:pt x="2105" y="2748"/>
                    <a:pt x="2725" y="2127"/>
                    <a:pt x="2725" y="1374"/>
                  </a:cubicBezTo>
                  <a:cubicBezTo>
                    <a:pt x="2725" y="621"/>
                    <a:pt x="2105" y="0"/>
                    <a:pt x="13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7460504" y="4636145"/>
              <a:ext cx="184274" cy="184274"/>
            </a:xfrm>
            <a:custGeom>
              <a:avLst/>
              <a:gdLst/>
              <a:ahLst/>
              <a:cxnLst/>
              <a:rect l="l" t="t" r="r" b="b"/>
              <a:pathLst>
                <a:path w="2748" h="2748" extrusionOk="0">
                  <a:moveTo>
                    <a:pt x="1374" y="0"/>
                  </a:moveTo>
                  <a:cubicBezTo>
                    <a:pt x="621" y="0"/>
                    <a:pt x="0" y="621"/>
                    <a:pt x="0" y="1374"/>
                  </a:cubicBezTo>
                  <a:cubicBezTo>
                    <a:pt x="0" y="2127"/>
                    <a:pt x="621" y="2748"/>
                    <a:pt x="1374" y="2748"/>
                  </a:cubicBezTo>
                  <a:cubicBezTo>
                    <a:pt x="2127" y="2748"/>
                    <a:pt x="2748" y="2127"/>
                    <a:pt x="2748" y="1374"/>
                  </a:cubicBezTo>
                  <a:cubicBezTo>
                    <a:pt x="2748" y="621"/>
                    <a:pt x="2127" y="0"/>
                    <a:pt x="13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6889975" y="4082149"/>
            <a:ext cx="280875" cy="265900"/>
            <a:chOff x="4730850" y="1621700"/>
            <a:chExt cx="280875" cy="2659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81825" y="1621700"/>
              <a:ext cx="175600" cy="180600"/>
            </a:xfrm>
            <a:custGeom>
              <a:avLst/>
              <a:gdLst/>
              <a:ahLst/>
              <a:cxnLst/>
              <a:rect l="l" t="t" r="r" b="b"/>
              <a:pathLst>
                <a:path w="7024" h="7224" extrusionOk="0">
                  <a:moveTo>
                    <a:pt x="0" y="1"/>
                  </a:moveTo>
                  <a:lnTo>
                    <a:pt x="0" y="7224"/>
                  </a:lnTo>
                  <a:lnTo>
                    <a:pt x="288" y="7224"/>
                  </a:lnTo>
                  <a:lnTo>
                    <a:pt x="288" y="289"/>
                  </a:lnTo>
                  <a:lnTo>
                    <a:pt x="6736" y="289"/>
                  </a:lnTo>
                  <a:lnTo>
                    <a:pt x="6736" y="7224"/>
                  </a:lnTo>
                  <a:lnTo>
                    <a:pt x="7024" y="7224"/>
                  </a:lnTo>
                  <a:lnTo>
                    <a:pt x="702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30850" y="1771275"/>
              <a:ext cx="115800" cy="116325"/>
            </a:xfrm>
            <a:custGeom>
              <a:avLst/>
              <a:gdLst/>
              <a:ahLst/>
              <a:cxnLst/>
              <a:rect l="l" t="t" r="r" b="b"/>
              <a:pathLst>
                <a:path w="4632" h="4653" extrusionOk="0">
                  <a:moveTo>
                    <a:pt x="1" y="0"/>
                  </a:moveTo>
                  <a:lnTo>
                    <a:pt x="1" y="4653"/>
                  </a:lnTo>
                  <a:lnTo>
                    <a:pt x="4632" y="4653"/>
                  </a:lnTo>
                  <a:lnTo>
                    <a:pt x="4632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95925" y="1771275"/>
              <a:ext cx="115800" cy="116325"/>
            </a:xfrm>
            <a:custGeom>
              <a:avLst/>
              <a:gdLst/>
              <a:ahLst/>
              <a:cxnLst/>
              <a:rect l="l" t="t" r="r" b="b"/>
              <a:pathLst>
                <a:path w="4632" h="4653" extrusionOk="0">
                  <a:moveTo>
                    <a:pt x="0" y="0"/>
                  </a:moveTo>
                  <a:lnTo>
                    <a:pt x="0" y="4653"/>
                  </a:lnTo>
                  <a:lnTo>
                    <a:pt x="4631" y="4653"/>
                  </a:lnTo>
                  <a:lnTo>
                    <a:pt x="4631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894;p31">
            <a:extLst>
              <a:ext uri="{FF2B5EF4-FFF2-40B4-BE49-F238E27FC236}">
                <a16:creationId xmlns:a16="http://schemas.microsoft.com/office/drawing/2014/main" id="{9DE15505-D542-73EE-B0F8-5A0D821996EC}"/>
              </a:ext>
            </a:extLst>
          </p:cNvPr>
          <p:cNvGrpSpPr/>
          <p:nvPr/>
        </p:nvGrpSpPr>
        <p:grpSpPr>
          <a:xfrm rot="10800000">
            <a:off x="1354930" y="86176"/>
            <a:ext cx="1178136" cy="679753"/>
            <a:chOff x="2176527" y="4297299"/>
            <a:chExt cx="1178136" cy="679753"/>
          </a:xfrm>
        </p:grpSpPr>
        <p:sp>
          <p:nvSpPr>
            <p:cNvPr id="5" name="Google Shape;1895;p31">
              <a:extLst>
                <a:ext uri="{FF2B5EF4-FFF2-40B4-BE49-F238E27FC236}">
                  <a16:creationId xmlns:a16="http://schemas.microsoft.com/office/drawing/2014/main" id="{763DEB9E-FD1C-84EA-5EC7-FDA71B87B4BC}"/>
                </a:ext>
              </a:extLst>
            </p:cNvPr>
            <p:cNvSpPr/>
            <p:nvPr/>
          </p:nvSpPr>
          <p:spPr>
            <a:xfrm>
              <a:off x="2892971" y="4297299"/>
              <a:ext cx="461692" cy="407329"/>
            </a:xfrm>
            <a:custGeom>
              <a:avLst/>
              <a:gdLst/>
              <a:ahLst/>
              <a:cxnLst/>
              <a:rect l="l" t="t" r="r" b="b"/>
              <a:pathLst>
                <a:path w="12807" h="11299" extrusionOk="0">
                  <a:moveTo>
                    <a:pt x="6403" y="353"/>
                  </a:moveTo>
                  <a:cubicBezTo>
                    <a:pt x="7511" y="353"/>
                    <a:pt x="8641" y="707"/>
                    <a:pt x="9594" y="1416"/>
                  </a:cubicBezTo>
                  <a:cubicBezTo>
                    <a:pt x="11920" y="3167"/>
                    <a:pt x="12408" y="6512"/>
                    <a:pt x="10635" y="8839"/>
                  </a:cubicBezTo>
                  <a:cubicBezTo>
                    <a:pt x="9601" y="10226"/>
                    <a:pt x="8011" y="10956"/>
                    <a:pt x="6403" y="10956"/>
                  </a:cubicBezTo>
                  <a:cubicBezTo>
                    <a:pt x="5288" y="10956"/>
                    <a:pt x="4165" y="10606"/>
                    <a:pt x="3213" y="9880"/>
                  </a:cubicBezTo>
                  <a:cubicBezTo>
                    <a:pt x="864" y="8130"/>
                    <a:pt x="399" y="4806"/>
                    <a:pt x="2172" y="2458"/>
                  </a:cubicBezTo>
                  <a:cubicBezTo>
                    <a:pt x="3213" y="1084"/>
                    <a:pt x="4808" y="353"/>
                    <a:pt x="6403" y="353"/>
                  </a:cubicBezTo>
                  <a:close/>
                  <a:moveTo>
                    <a:pt x="6415" y="1"/>
                  </a:moveTo>
                  <a:cubicBezTo>
                    <a:pt x="4696" y="1"/>
                    <a:pt x="2998" y="776"/>
                    <a:pt x="1884" y="2258"/>
                  </a:cubicBezTo>
                  <a:cubicBezTo>
                    <a:pt x="0" y="4740"/>
                    <a:pt x="510" y="8285"/>
                    <a:pt x="2991" y="10168"/>
                  </a:cubicBezTo>
                  <a:cubicBezTo>
                    <a:pt x="4011" y="10944"/>
                    <a:pt x="5207" y="11298"/>
                    <a:pt x="6403" y="11298"/>
                  </a:cubicBezTo>
                  <a:cubicBezTo>
                    <a:pt x="8109" y="11298"/>
                    <a:pt x="9816" y="10523"/>
                    <a:pt x="10923" y="9060"/>
                  </a:cubicBezTo>
                  <a:cubicBezTo>
                    <a:pt x="12807" y="6557"/>
                    <a:pt x="12297" y="3012"/>
                    <a:pt x="9816" y="1128"/>
                  </a:cubicBezTo>
                  <a:cubicBezTo>
                    <a:pt x="8794" y="369"/>
                    <a:pt x="7599" y="1"/>
                    <a:pt x="641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896;p31">
              <a:extLst>
                <a:ext uri="{FF2B5EF4-FFF2-40B4-BE49-F238E27FC236}">
                  <a16:creationId xmlns:a16="http://schemas.microsoft.com/office/drawing/2014/main" id="{E74DD78B-81E8-F748-4CA0-C895BC950106}"/>
                </a:ext>
              </a:extLst>
            </p:cNvPr>
            <p:cNvSpPr/>
            <p:nvPr/>
          </p:nvSpPr>
          <p:spPr>
            <a:xfrm>
              <a:off x="2957644" y="4356096"/>
              <a:ext cx="330723" cy="292402"/>
            </a:xfrm>
            <a:custGeom>
              <a:avLst/>
              <a:gdLst/>
              <a:ahLst/>
              <a:cxnLst/>
              <a:rect l="l" t="t" r="r" b="b"/>
              <a:pathLst>
                <a:path w="9174" h="8111" extrusionOk="0">
                  <a:moveTo>
                    <a:pt x="4593" y="0"/>
                  </a:moveTo>
                  <a:cubicBezTo>
                    <a:pt x="3365" y="0"/>
                    <a:pt x="2153" y="553"/>
                    <a:pt x="1352" y="1602"/>
                  </a:cubicBezTo>
                  <a:cubicBezTo>
                    <a:pt x="1" y="3397"/>
                    <a:pt x="355" y="5945"/>
                    <a:pt x="2150" y="7296"/>
                  </a:cubicBezTo>
                  <a:cubicBezTo>
                    <a:pt x="2880" y="7846"/>
                    <a:pt x="3732" y="8110"/>
                    <a:pt x="4576" y="8110"/>
                  </a:cubicBezTo>
                  <a:cubicBezTo>
                    <a:pt x="5806" y="8110"/>
                    <a:pt x="7021" y="7550"/>
                    <a:pt x="7822" y="6499"/>
                  </a:cubicBezTo>
                  <a:cubicBezTo>
                    <a:pt x="9174" y="4704"/>
                    <a:pt x="8819" y="2156"/>
                    <a:pt x="7024" y="805"/>
                  </a:cubicBezTo>
                  <a:cubicBezTo>
                    <a:pt x="6293" y="262"/>
                    <a:pt x="5439" y="0"/>
                    <a:pt x="45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1897;p31">
              <a:extLst>
                <a:ext uri="{FF2B5EF4-FFF2-40B4-BE49-F238E27FC236}">
                  <a16:creationId xmlns:a16="http://schemas.microsoft.com/office/drawing/2014/main" id="{906B05D1-BCBA-AB9E-5280-60ACCE7FB64E}"/>
                </a:ext>
              </a:extLst>
            </p:cNvPr>
            <p:cNvSpPr/>
            <p:nvPr/>
          </p:nvSpPr>
          <p:spPr>
            <a:xfrm>
              <a:off x="3054292" y="4436199"/>
              <a:ext cx="138216" cy="130032"/>
            </a:xfrm>
            <a:custGeom>
              <a:avLst/>
              <a:gdLst/>
              <a:ahLst/>
              <a:cxnLst/>
              <a:rect l="l" t="t" r="r" b="b"/>
              <a:pathLst>
                <a:path w="3834" h="3607" extrusionOk="0">
                  <a:moveTo>
                    <a:pt x="1944" y="1"/>
                  </a:moveTo>
                  <a:cubicBezTo>
                    <a:pt x="1851" y="1"/>
                    <a:pt x="1757" y="8"/>
                    <a:pt x="1663" y="23"/>
                  </a:cubicBezTo>
                  <a:cubicBezTo>
                    <a:pt x="688" y="156"/>
                    <a:pt x="1" y="1064"/>
                    <a:pt x="134" y="2061"/>
                  </a:cubicBezTo>
                  <a:cubicBezTo>
                    <a:pt x="276" y="2955"/>
                    <a:pt x="1051" y="3606"/>
                    <a:pt x="1930" y="3606"/>
                  </a:cubicBezTo>
                  <a:cubicBezTo>
                    <a:pt x="2010" y="3606"/>
                    <a:pt x="2091" y="3601"/>
                    <a:pt x="2172" y="3590"/>
                  </a:cubicBezTo>
                  <a:cubicBezTo>
                    <a:pt x="3169" y="3435"/>
                    <a:pt x="3834" y="2526"/>
                    <a:pt x="3701" y="1551"/>
                  </a:cubicBezTo>
                  <a:cubicBezTo>
                    <a:pt x="3581" y="649"/>
                    <a:pt x="2825" y="1"/>
                    <a:pt x="1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1898;p31">
              <a:extLst>
                <a:ext uri="{FF2B5EF4-FFF2-40B4-BE49-F238E27FC236}">
                  <a16:creationId xmlns:a16="http://schemas.microsoft.com/office/drawing/2014/main" id="{657A9F58-64D7-3E21-1727-AEE335FDD8D7}"/>
                </a:ext>
              </a:extLst>
            </p:cNvPr>
            <p:cNvSpPr/>
            <p:nvPr/>
          </p:nvSpPr>
          <p:spPr>
            <a:xfrm>
              <a:off x="2176527" y="4847200"/>
              <a:ext cx="146976" cy="129852"/>
            </a:xfrm>
            <a:custGeom>
              <a:avLst/>
              <a:gdLst/>
              <a:ahLst/>
              <a:cxnLst/>
              <a:rect l="l" t="t" r="r" b="b"/>
              <a:pathLst>
                <a:path w="4077" h="3602" extrusionOk="0">
                  <a:moveTo>
                    <a:pt x="2037" y="1"/>
                  </a:moveTo>
                  <a:cubicBezTo>
                    <a:pt x="1490" y="1"/>
                    <a:pt x="952" y="248"/>
                    <a:pt x="598" y="719"/>
                  </a:cubicBezTo>
                  <a:cubicBezTo>
                    <a:pt x="0" y="1517"/>
                    <a:pt x="177" y="2647"/>
                    <a:pt x="953" y="3245"/>
                  </a:cubicBezTo>
                  <a:cubicBezTo>
                    <a:pt x="1275" y="3487"/>
                    <a:pt x="1652" y="3602"/>
                    <a:pt x="2026" y="3602"/>
                  </a:cubicBezTo>
                  <a:cubicBezTo>
                    <a:pt x="2577" y="3602"/>
                    <a:pt x="3122" y="3352"/>
                    <a:pt x="3479" y="2890"/>
                  </a:cubicBezTo>
                  <a:cubicBezTo>
                    <a:pt x="4077" y="2093"/>
                    <a:pt x="3922" y="963"/>
                    <a:pt x="3124" y="365"/>
                  </a:cubicBezTo>
                  <a:cubicBezTo>
                    <a:pt x="2798" y="120"/>
                    <a:pt x="2415" y="1"/>
                    <a:pt x="203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1899;p31">
              <a:extLst>
                <a:ext uri="{FF2B5EF4-FFF2-40B4-BE49-F238E27FC236}">
                  <a16:creationId xmlns:a16="http://schemas.microsoft.com/office/drawing/2014/main" id="{4F31D23B-F728-6889-A475-F8C217C0ECC0}"/>
                </a:ext>
              </a:extLst>
            </p:cNvPr>
            <p:cNvSpPr/>
            <p:nvPr/>
          </p:nvSpPr>
          <p:spPr>
            <a:xfrm>
              <a:off x="2249996" y="4637464"/>
              <a:ext cx="740467" cy="281190"/>
            </a:xfrm>
            <a:custGeom>
              <a:avLst/>
              <a:gdLst/>
              <a:ahLst/>
              <a:cxnLst/>
              <a:rect l="l" t="t" r="r" b="b"/>
              <a:pathLst>
                <a:path w="20540" h="7800" extrusionOk="0">
                  <a:moveTo>
                    <a:pt x="20296" y="1"/>
                  </a:moveTo>
                  <a:lnTo>
                    <a:pt x="12873" y="7445"/>
                  </a:lnTo>
                  <a:lnTo>
                    <a:pt x="0" y="7445"/>
                  </a:lnTo>
                  <a:lnTo>
                    <a:pt x="0" y="7800"/>
                  </a:lnTo>
                  <a:lnTo>
                    <a:pt x="13006" y="7800"/>
                  </a:lnTo>
                  <a:lnTo>
                    <a:pt x="20539" y="267"/>
                  </a:lnTo>
                  <a:lnTo>
                    <a:pt x="20296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" name="Google Shape;2009;p35">
            <a:extLst>
              <a:ext uri="{FF2B5EF4-FFF2-40B4-BE49-F238E27FC236}">
                <a16:creationId xmlns:a16="http://schemas.microsoft.com/office/drawing/2014/main" id="{99A65457-6ACC-3344-2959-4B8BC53FA2B6}"/>
              </a:ext>
            </a:extLst>
          </p:cNvPr>
          <p:cNvGrpSpPr/>
          <p:nvPr/>
        </p:nvGrpSpPr>
        <p:grpSpPr>
          <a:xfrm rot="10800000" flipH="1">
            <a:off x="5072734" y="-354614"/>
            <a:ext cx="1127604" cy="709227"/>
            <a:chOff x="8080552" y="2473390"/>
            <a:chExt cx="793249" cy="498929"/>
          </a:xfrm>
        </p:grpSpPr>
        <p:sp>
          <p:nvSpPr>
            <p:cNvPr id="11" name="Google Shape;2010;p35">
              <a:extLst>
                <a:ext uri="{FF2B5EF4-FFF2-40B4-BE49-F238E27FC236}">
                  <a16:creationId xmlns:a16="http://schemas.microsoft.com/office/drawing/2014/main" id="{091B9184-2F3B-10C4-0D39-EB82320ED543}"/>
                </a:ext>
              </a:extLst>
            </p:cNvPr>
            <p:cNvSpPr/>
            <p:nvPr/>
          </p:nvSpPr>
          <p:spPr>
            <a:xfrm>
              <a:off x="8163519" y="2857845"/>
              <a:ext cx="32218" cy="32218"/>
            </a:xfrm>
            <a:custGeom>
              <a:avLst/>
              <a:gdLst/>
              <a:ahLst/>
              <a:cxnLst/>
              <a:rect l="l" t="t" r="r" b="b"/>
              <a:pathLst>
                <a:path w="998" h="998" extrusionOk="0">
                  <a:moveTo>
                    <a:pt x="488" y="0"/>
                  </a:moveTo>
                  <a:cubicBezTo>
                    <a:pt x="222" y="0"/>
                    <a:pt x="1" y="222"/>
                    <a:pt x="1" y="488"/>
                  </a:cubicBezTo>
                  <a:cubicBezTo>
                    <a:pt x="1" y="776"/>
                    <a:pt x="222" y="997"/>
                    <a:pt x="488" y="997"/>
                  </a:cubicBezTo>
                  <a:cubicBezTo>
                    <a:pt x="754" y="997"/>
                    <a:pt x="998" y="776"/>
                    <a:pt x="998" y="488"/>
                  </a:cubicBezTo>
                  <a:cubicBezTo>
                    <a:pt x="998" y="222"/>
                    <a:pt x="754" y="0"/>
                    <a:pt x="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11;p35">
              <a:extLst>
                <a:ext uri="{FF2B5EF4-FFF2-40B4-BE49-F238E27FC236}">
                  <a16:creationId xmlns:a16="http://schemas.microsoft.com/office/drawing/2014/main" id="{C2FE7A0F-F21B-2CF3-97D5-2B0CF7B9697D}"/>
                </a:ext>
              </a:extLst>
            </p:cNvPr>
            <p:cNvSpPr/>
            <p:nvPr/>
          </p:nvSpPr>
          <p:spPr>
            <a:xfrm>
              <a:off x="8080552" y="2774879"/>
              <a:ext cx="197440" cy="197440"/>
            </a:xfrm>
            <a:custGeom>
              <a:avLst/>
              <a:gdLst/>
              <a:ahLst/>
              <a:cxnLst/>
              <a:rect l="l" t="t" r="r" b="b"/>
              <a:pathLst>
                <a:path w="6116" h="6116" extrusionOk="0">
                  <a:moveTo>
                    <a:pt x="3058" y="532"/>
                  </a:moveTo>
                  <a:cubicBezTo>
                    <a:pt x="4454" y="532"/>
                    <a:pt x="5584" y="1662"/>
                    <a:pt x="5584" y="3058"/>
                  </a:cubicBezTo>
                  <a:cubicBezTo>
                    <a:pt x="5584" y="4453"/>
                    <a:pt x="4454" y="5583"/>
                    <a:pt x="3058" y="5583"/>
                  </a:cubicBezTo>
                  <a:cubicBezTo>
                    <a:pt x="1662" y="5583"/>
                    <a:pt x="532" y="4453"/>
                    <a:pt x="532" y="3058"/>
                  </a:cubicBezTo>
                  <a:cubicBezTo>
                    <a:pt x="532" y="1662"/>
                    <a:pt x="1662" y="532"/>
                    <a:pt x="3058" y="532"/>
                  </a:cubicBezTo>
                  <a:close/>
                  <a:moveTo>
                    <a:pt x="3058" y="0"/>
                  </a:moveTo>
                  <a:cubicBezTo>
                    <a:pt x="1374" y="0"/>
                    <a:pt x="1" y="1374"/>
                    <a:pt x="1" y="3058"/>
                  </a:cubicBezTo>
                  <a:cubicBezTo>
                    <a:pt x="1" y="4741"/>
                    <a:pt x="1374" y="6115"/>
                    <a:pt x="3058" y="6115"/>
                  </a:cubicBezTo>
                  <a:cubicBezTo>
                    <a:pt x="4742" y="6115"/>
                    <a:pt x="6116" y="4741"/>
                    <a:pt x="6116" y="3058"/>
                  </a:cubicBezTo>
                  <a:cubicBezTo>
                    <a:pt x="6116" y="1374"/>
                    <a:pt x="4742" y="0"/>
                    <a:pt x="3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12;p35">
              <a:extLst>
                <a:ext uri="{FF2B5EF4-FFF2-40B4-BE49-F238E27FC236}">
                  <a16:creationId xmlns:a16="http://schemas.microsoft.com/office/drawing/2014/main" id="{64BCB898-A785-C5EF-8EFE-8EC38E2A889E}"/>
                </a:ext>
              </a:extLst>
            </p:cNvPr>
            <p:cNvSpPr/>
            <p:nvPr/>
          </p:nvSpPr>
          <p:spPr>
            <a:xfrm>
              <a:off x="8735019" y="2473390"/>
              <a:ext cx="138782" cy="125902"/>
            </a:xfrm>
            <a:custGeom>
              <a:avLst/>
              <a:gdLst/>
              <a:ahLst/>
              <a:cxnLst/>
              <a:rect l="l" t="t" r="r" b="b"/>
              <a:pathLst>
                <a:path w="4299" h="3900" extrusionOk="0">
                  <a:moveTo>
                    <a:pt x="2150" y="0"/>
                  </a:moveTo>
                  <a:cubicBezTo>
                    <a:pt x="1651" y="0"/>
                    <a:pt x="1153" y="189"/>
                    <a:pt x="776" y="565"/>
                  </a:cubicBezTo>
                  <a:cubicBezTo>
                    <a:pt x="1" y="1341"/>
                    <a:pt x="1" y="2559"/>
                    <a:pt x="776" y="3335"/>
                  </a:cubicBezTo>
                  <a:cubicBezTo>
                    <a:pt x="1153" y="3711"/>
                    <a:pt x="1651" y="3900"/>
                    <a:pt x="2150" y="3900"/>
                  </a:cubicBezTo>
                  <a:cubicBezTo>
                    <a:pt x="2648" y="3900"/>
                    <a:pt x="3147" y="3711"/>
                    <a:pt x="3523" y="3335"/>
                  </a:cubicBezTo>
                  <a:cubicBezTo>
                    <a:pt x="4299" y="2559"/>
                    <a:pt x="4299" y="1318"/>
                    <a:pt x="3523" y="565"/>
                  </a:cubicBezTo>
                  <a:cubicBezTo>
                    <a:pt x="3147" y="189"/>
                    <a:pt x="2648" y="0"/>
                    <a:pt x="2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013;p35">
              <a:extLst>
                <a:ext uri="{FF2B5EF4-FFF2-40B4-BE49-F238E27FC236}">
                  <a16:creationId xmlns:a16="http://schemas.microsoft.com/office/drawing/2014/main" id="{2B570487-0D4D-B062-1157-9BC309B3B4F8}"/>
                </a:ext>
              </a:extLst>
            </p:cNvPr>
            <p:cNvSpPr/>
            <p:nvPr/>
          </p:nvSpPr>
          <p:spPr>
            <a:xfrm>
              <a:off x="8179273" y="2530950"/>
              <a:ext cx="631607" cy="351234"/>
            </a:xfrm>
            <a:custGeom>
              <a:avLst/>
              <a:gdLst/>
              <a:ahLst/>
              <a:cxnLst/>
              <a:rect l="l" t="t" r="r" b="b"/>
              <a:pathLst>
                <a:path w="19565" h="10880" extrusionOk="0">
                  <a:moveTo>
                    <a:pt x="19165" y="1"/>
                  </a:moveTo>
                  <a:lnTo>
                    <a:pt x="10790" y="10348"/>
                  </a:lnTo>
                  <a:lnTo>
                    <a:pt x="0" y="10348"/>
                  </a:lnTo>
                  <a:lnTo>
                    <a:pt x="0" y="10879"/>
                  </a:lnTo>
                  <a:lnTo>
                    <a:pt x="11056" y="10879"/>
                  </a:lnTo>
                  <a:lnTo>
                    <a:pt x="19564" y="333"/>
                  </a:lnTo>
                  <a:lnTo>
                    <a:pt x="191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868;p31">
            <a:extLst>
              <a:ext uri="{FF2B5EF4-FFF2-40B4-BE49-F238E27FC236}">
                <a16:creationId xmlns:a16="http://schemas.microsoft.com/office/drawing/2014/main" id="{6DA10B9B-F137-5C13-79FC-8B0B8A85ABA7}"/>
              </a:ext>
            </a:extLst>
          </p:cNvPr>
          <p:cNvGrpSpPr/>
          <p:nvPr/>
        </p:nvGrpSpPr>
        <p:grpSpPr>
          <a:xfrm rot="10800000">
            <a:off x="3249590" y="86176"/>
            <a:ext cx="1468333" cy="494947"/>
            <a:chOff x="-21957" y="3648039"/>
            <a:chExt cx="1468333" cy="494947"/>
          </a:xfrm>
        </p:grpSpPr>
        <p:sp>
          <p:nvSpPr>
            <p:cNvPr id="16" name="Google Shape;1869;p31">
              <a:extLst>
                <a:ext uri="{FF2B5EF4-FFF2-40B4-BE49-F238E27FC236}">
                  <a16:creationId xmlns:a16="http://schemas.microsoft.com/office/drawing/2014/main" id="{A4AE7842-28B9-4CF0-BE63-7C9B9478CF49}"/>
                </a:ext>
              </a:extLst>
            </p:cNvPr>
            <p:cNvSpPr/>
            <p:nvPr/>
          </p:nvSpPr>
          <p:spPr>
            <a:xfrm>
              <a:off x="1113676" y="3810286"/>
              <a:ext cx="332700" cy="332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870;p31">
              <a:extLst>
                <a:ext uri="{FF2B5EF4-FFF2-40B4-BE49-F238E27FC236}">
                  <a16:creationId xmlns:a16="http://schemas.microsoft.com/office/drawing/2014/main" id="{64E4D97F-40F8-554D-262E-1F34ED57960B}"/>
                </a:ext>
              </a:extLst>
            </p:cNvPr>
            <p:cNvSpPr/>
            <p:nvPr/>
          </p:nvSpPr>
          <p:spPr>
            <a:xfrm>
              <a:off x="-21957" y="3648039"/>
              <a:ext cx="1150161" cy="332607"/>
            </a:xfrm>
            <a:custGeom>
              <a:avLst/>
              <a:gdLst/>
              <a:ahLst/>
              <a:cxnLst/>
              <a:rect l="l" t="t" r="r" b="b"/>
              <a:pathLst>
                <a:path w="35628" h="10303" extrusionOk="0">
                  <a:moveTo>
                    <a:pt x="0" y="0"/>
                  </a:moveTo>
                  <a:lnTo>
                    <a:pt x="0" y="1108"/>
                  </a:lnTo>
                  <a:lnTo>
                    <a:pt x="9062" y="10192"/>
                  </a:lnTo>
                  <a:lnTo>
                    <a:pt x="9173" y="10303"/>
                  </a:lnTo>
                  <a:lnTo>
                    <a:pt x="35583" y="10303"/>
                  </a:lnTo>
                  <a:cubicBezTo>
                    <a:pt x="35583" y="10259"/>
                    <a:pt x="35583" y="10214"/>
                    <a:pt x="35583" y="10170"/>
                  </a:cubicBezTo>
                  <a:cubicBezTo>
                    <a:pt x="35583" y="9949"/>
                    <a:pt x="35605" y="9727"/>
                    <a:pt x="35627" y="9505"/>
                  </a:cubicBezTo>
                  <a:lnTo>
                    <a:pt x="9505" y="9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71;p31">
              <a:extLst>
                <a:ext uri="{FF2B5EF4-FFF2-40B4-BE49-F238E27FC236}">
                  <a16:creationId xmlns:a16="http://schemas.microsoft.com/office/drawing/2014/main" id="{C946D5CC-68DC-928B-0157-322767663E56}"/>
                </a:ext>
              </a:extLst>
            </p:cNvPr>
            <p:cNvSpPr/>
            <p:nvPr/>
          </p:nvSpPr>
          <p:spPr>
            <a:xfrm>
              <a:off x="1198819" y="3895801"/>
              <a:ext cx="162413" cy="161671"/>
            </a:xfrm>
            <a:custGeom>
              <a:avLst/>
              <a:gdLst/>
              <a:ahLst/>
              <a:cxnLst/>
              <a:rect l="l" t="t" r="r" b="b"/>
              <a:pathLst>
                <a:path w="5031" h="5008" extrusionOk="0">
                  <a:moveTo>
                    <a:pt x="2505" y="0"/>
                  </a:moveTo>
                  <a:cubicBezTo>
                    <a:pt x="1131" y="0"/>
                    <a:pt x="1" y="1108"/>
                    <a:pt x="1" y="2504"/>
                  </a:cubicBezTo>
                  <a:cubicBezTo>
                    <a:pt x="1" y="3878"/>
                    <a:pt x="1131" y="5008"/>
                    <a:pt x="2505" y="5008"/>
                  </a:cubicBezTo>
                  <a:cubicBezTo>
                    <a:pt x="3900" y="5008"/>
                    <a:pt x="5030" y="3878"/>
                    <a:pt x="5030" y="2504"/>
                  </a:cubicBezTo>
                  <a:cubicBezTo>
                    <a:pt x="5030" y="1108"/>
                    <a:pt x="3900" y="0"/>
                    <a:pt x="2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6" name="Graphic 25">
            <a:extLst>
              <a:ext uri="{FF2B5EF4-FFF2-40B4-BE49-F238E27FC236}">
                <a16:creationId xmlns:a16="http://schemas.microsoft.com/office/drawing/2014/main" id="{21F3F7AB-35E5-B562-8D65-67744978A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4930" y="1316489"/>
            <a:ext cx="540315" cy="540315"/>
          </a:xfrm>
          <a:prstGeom prst="rect">
            <a:avLst/>
          </a:prstGeom>
        </p:spPr>
      </p:pic>
      <p:pic>
        <p:nvPicPr>
          <p:cNvPr id="27" name="Picture 6">
            <a:extLst>
              <a:ext uri="{FF2B5EF4-FFF2-40B4-BE49-F238E27FC236}">
                <a16:creationId xmlns:a16="http://schemas.microsoft.com/office/drawing/2014/main" id="{F7638F17-E68B-6A57-3CF3-B3B85A248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368" y="1339139"/>
            <a:ext cx="882149" cy="540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22361B8-609E-7D33-7958-D41985D20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7771" y="1235625"/>
            <a:ext cx="702041" cy="702041"/>
          </a:xfrm>
          <a:prstGeom prst="rect">
            <a:avLst/>
          </a:prstGeom>
        </p:spPr>
      </p:pic>
      <p:pic>
        <p:nvPicPr>
          <p:cNvPr id="30" name="Picture 10" descr="Headlessui logo - Social media &amp; Logos Icons">
            <a:extLst>
              <a:ext uri="{FF2B5EF4-FFF2-40B4-BE49-F238E27FC236}">
                <a16:creationId xmlns:a16="http://schemas.microsoft.com/office/drawing/2014/main" id="{41B1B63B-A582-8027-2655-487DB07A6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658" y="1255956"/>
            <a:ext cx="706683" cy="70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4">
            <a:extLst>
              <a:ext uri="{FF2B5EF4-FFF2-40B4-BE49-F238E27FC236}">
                <a16:creationId xmlns:a16="http://schemas.microsoft.com/office/drawing/2014/main" id="{6B90E14F-4473-2FB4-ED30-7DBD3850A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063" y="1235625"/>
            <a:ext cx="734489" cy="69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6">
            <a:extLst>
              <a:ext uri="{FF2B5EF4-FFF2-40B4-BE49-F238E27FC236}">
                <a16:creationId xmlns:a16="http://schemas.microsoft.com/office/drawing/2014/main" id="{E76D7A76-1BE2-E95F-FE29-866E7AB37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357" y="1373339"/>
            <a:ext cx="1884986" cy="50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8">
            <a:extLst>
              <a:ext uri="{FF2B5EF4-FFF2-40B4-BE49-F238E27FC236}">
                <a16:creationId xmlns:a16="http://schemas.microsoft.com/office/drawing/2014/main" id="{C4B412B2-8E80-42DF-651F-588623B7C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977" y="2342953"/>
            <a:ext cx="1371894" cy="504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2">
            <a:extLst>
              <a:ext uri="{FF2B5EF4-FFF2-40B4-BE49-F238E27FC236}">
                <a16:creationId xmlns:a16="http://schemas.microsoft.com/office/drawing/2014/main" id="{8DA68B3D-3E45-5971-E939-2C1850472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890" y="1999519"/>
            <a:ext cx="1225957" cy="122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6" descr="GitHub - cheeriojs/cheerio: The fast, flexible, and elegant library for  parsing and manipulating HTML and XML.">
            <a:extLst>
              <a:ext uri="{FF2B5EF4-FFF2-40B4-BE49-F238E27FC236}">
                <a16:creationId xmlns:a16="http://schemas.microsoft.com/office/drawing/2014/main" id="{181964C1-558E-5A52-67E8-84B3B195B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238" y="2313390"/>
            <a:ext cx="648157" cy="64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8" descr="TypeScript - Wikipedia">
            <a:extLst>
              <a:ext uri="{FF2B5EF4-FFF2-40B4-BE49-F238E27FC236}">
                <a16:creationId xmlns:a16="http://schemas.microsoft.com/office/drawing/2014/main" id="{41E7C438-C39A-9CB6-6702-85095606D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297" y="2271280"/>
            <a:ext cx="648157" cy="64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B72CD0C-96D7-36EB-A54F-DD1237FC703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5775" y="2184521"/>
            <a:ext cx="819131" cy="807144"/>
          </a:xfrm>
          <a:prstGeom prst="rect">
            <a:avLst/>
          </a:prstGeom>
        </p:spPr>
      </p:pic>
      <p:pic>
        <p:nvPicPr>
          <p:cNvPr id="43" name="Picture 34">
            <a:extLst>
              <a:ext uri="{FF2B5EF4-FFF2-40B4-BE49-F238E27FC236}">
                <a16:creationId xmlns:a16="http://schemas.microsoft.com/office/drawing/2014/main" id="{4CC2BD67-657D-EFAE-450A-777C8165B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226" y="2961547"/>
            <a:ext cx="1695423" cy="983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36" descr="Redis - Wikipedia">
            <a:extLst>
              <a:ext uri="{FF2B5EF4-FFF2-40B4-BE49-F238E27FC236}">
                <a16:creationId xmlns:a16="http://schemas.microsoft.com/office/drawing/2014/main" id="{B8A65A8C-AA69-4D2F-16FF-63A6AA386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783" y="3167846"/>
            <a:ext cx="1939423" cy="648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38">
            <a:extLst>
              <a:ext uri="{FF2B5EF4-FFF2-40B4-BE49-F238E27FC236}">
                <a16:creationId xmlns:a16="http://schemas.microsoft.com/office/drawing/2014/main" id="{1C035B8E-D6FE-2DA3-FCC5-03AD8F3F3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154" y="3171543"/>
            <a:ext cx="2178368" cy="65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p48"/>
          <p:cNvSpPr/>
          <p:nvPr/>
        </p:nvSpPr>
        <p:spPr>
          <a:xfrm>
            <a:off x="1369529" y="1395091"/>
            <a:ext cx="6203400" cy="2390691"/>
          </a:xfrm>
          <a:prstGeom prst="snip1Rect">
            <a:avLst>
              <a:gd name="adj" fmla="val 25185"/>
            </a:avLst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0" name="Google Shape;2560;p48"/>
          <p:cNvSpPr txBox="1">
            <a:spLocks noGrp="1"/>
          </p:cNvSpPr>
          <p:nvPr>
            <p:ph type="title"/>
          </p:nvPr>
        </p:nvSpPr>
        <p:spPr>
          <a:xfrm>
            <a:off x="3150564" y="1302651"/>
            <a:ext cx="5260546" cy="24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5000" dirty="0"/>
              <a:t>Цели и стратегии</a:t>
            </a:r>
          </a:p>
        </p:txBody>
      </p:sp>
      <p:grpSp>
        <p:nvGrpSpPr>
          <p:cNvPr id="2561" name="Google Shape;2561;p48"/>
          <p:cNvGrpSpPr/>
          <p:nvPr/>
        </p:nvGrpSpPr>
        <p:grpSpPr>
          <a:xfrm>
            <a:off x="7904462" y="1297835"/>
            <a:ext cx="399883" cy="381256"/>
            <a:chOff x="6113337" y="393160"/>
            <a:chExt cx="399883" cy="381256"/>
          </a:xfrm>
        </p:grpSpPr>
        <p:sp>
          <p:nvSpPr>
            <p:cNvPr id="2562" name="Google Shape;2562;p48"/>
            <p:cNvSpPr/>
            <p:nvPr/>
          </p:nvSpPr>
          <p:spPr>
            <a:xfrm>
              <a:off x="6113337" y="393160"/>
              <a:ext cx="399883" cy="381256"/>
            </a:xfrm>
            <a:custGeom>
              <a:avLst/>
              <a:gdLst/>
              <a:ahLst/>
              <a:cxnLst/>
              <a:rect l="l" t="t" r="r" b="b"/>
              <a:pathLst>
                <a:path w="12387" h="11810" extrusionOk="0">
                  <a:moveTo>
                    <a:pt x="5917" y="798"/>
                  </a:moveTo>
                  <a:cubicBezTo>
                    <a:pt x="7224" y="798"/>
                    <a:pt x="8531" y="1285"/>
                    <a:pt x="9528" y="2282"/>
                  </a:cubicBezTo>
                  <a:cubicBezTo>
                    <a:pt x="11522" y="4276"/>
                    <a:pt x="11522" y="7533"/>
                    <a:pt x="9528" y="9527"/>
                  </a:cubicBezTo>
                  <a:cubicBezTo>
                    <a:pt x="8553" y="10480"/>
                    <a:pt x="7268" y="11012"/>
                    <a:pt x="5917" y="11012"/>
                  </a:cubicBezTo>
                  <a:cubicBezTo>
                    <a:pt x="4543" y="11012"/>
                    <a:pt x="3258" y="10480"/>
                    <a:pt x="2283" y="9527"/>
                  </a:cubicBezTo>
                  <a:cubicBezTo>
                    <a:pt x="1330" y="8552"/>
                    <a:pt x="799" y="7267"/>
                    <a:pt x="799" y="5894"/>
                  </a:cubicBezTo>
                  <a:cubicBezTo>
                    <a:pt x="799" y="4542"/>
                    <a:pt x="1330" y="3257"/>
                    <a:pt x="2283" y="2282"/>
                  </a:cubicBezTo>
                  <a:cubicBezTo>
                    <a:pt x="3280" y="1285"/>
                    <a:pt x="4609" y="798"/>
                    <a:pt x="5917" y="798"/>
                  </a:cubicBezTo>
                  <a:close/>
                  <a:moveTo>
                    <a:pt x="5906" y="0"/>
                  </a:moveTo>
                  <a:cubicBezTo>
                    <a:pt x="4393" y="0"/>
                    <a:pt x="2881" y="576"/>
                    <a:pt x="1729" y="1728"/>
                  </a:cubicBezTo>
                  <a:cubicBezTo>
                    <a:pt x="621" y="2836"/>
                    <a:pt x="1" y="4321"/>
                    <a:pt x="1" y="5894"/>
                  </a:cubicBezTo>
                  <a:cubicBezTo>
                    <a:pt x="1" y="7489"/>
                    <a:pt x="621" y="8973"/>
                    <a:pt x="1729" y="10081"/>
                  </a:cubicBezTo>
                  <a:cubicBezTo>
                    <a:pt x="2859" y="11189"/>
                    <a:pt x="4344" y="11809"/>
                    <a:pt x="5917" y="11809"/>
                  </a:cubicBezTo>
                  <a:cubicBezTo>
                    <a:pt x="7490" y="11809"/>
                    <a:pt x="8974" y="11189"/>
                    <a:pt x="10082" y="10081"/>
                  </a:cubicBezTo>
                  <a:cubicBezTo>
                    <a:pt x="12386" y="7777"/>
                    <a:pt x="12386" y="4033"/>
                    <a:pt x="10082" y="1728"/>
                  </a:cubicBezTo>
                  <a:cubicBezTo>
                    <a:pt x="8930" y="576"/>
                    <a:pt x="7418" y="0"/>
                    <a:pt x="5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48"/>
            <p:cNvSpPr/>
            <p:nvPr/>
          </p:nvSpPr>
          <p:spPr>
            <a:xfrm>
              <a:off x="6222775" y="502599"/>
              <a:ext cx="162413" cy="162381"/>
            </a:xfrm>
            <a:custGeom>
              <a:avLst/>
              <a:gdLst/>
              <a:ahLst/>
              <a:cxnLst/>
              <a:rect l="l" t="t" r="r" b="b"/>
              <a:pathLst>
                <a:path w="5031" h="5030" extrusionOk="0">
                  <a:moveTo>
                    <a:pt x="2527" y="0"/>
                  </a:moveTo>
                  <a:cubicBezTo>
                    <a:pt x="1131" y="0"/>
                    <a:pt x="1" y="1130"/>
                    <a:pt x="1" y="2504"/>
                  </a:cubicBezTo>
                  <a:cubicBezTo>
                    <a:pt x="1" y="3900"/>
                    <a:pt x="1131" y="5030"/>
                    <a:pt x="2527" y="5030"/>
                  </a:cubicBezTo>
                  <a:cubicBezTo>
                    <a:pt x="3900" y="5030"/>
                    <a:pt x="5030" y="3900"/>
                    <a:pt x="5030" y="2504"/>
                  </a:cubicBezTo>
                  <a:cubicBezTo>
                    <a:pt x="5030" y="1130"/>
                    <a:pt x="3900" y="0"/>
                    <a:pt x="25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4" name="Google Shape;2564;p48"/>
          <p:cNvGrpSpPr/>
          <p:nvPr/>
        </p:nvGrpSpPr>
        <p:grpSpPr>
          <a:xfrm flipH="1">
            <a:off x="4708308" y="4178394"/>
            <a:ext cx="1178136" cy="679753"/>
            <a:chOff x="2176527" y="4297299"/>
            <a:chExt cx="1178136" cy="679753"/>
          </a:xfrm>
        </p:grpSpPr>
        <p:sp>
          <p:nvSpPr>
            <p:cNvPr id="2565" name="Google Shape;2565;p48"/>
            <p:cNvSpPr/>
            <p:nvPr/>
          </p:nvSpPr>
          <p:spPr>
            <a:xfrm>
              <a:off x="2892971" y="4297299"/>
              <a:ext cx="461692" cy="407329"/>
            </a:xfrm>
            <a:custGeom>
              <a:avLst/>
              <a:gdLst/>
              <a:ahLst/>
              <a:cxnLst/>
              <a:rect l="l" t="t" r="r" b="b"/>
              <a:pathLst>
                <a:path w="12807" h="11299" extrusionOk="0">
                  <a:moveTo>
                    <a:pt x="6403" y="353"/>
                  </a:moveTo>
                  <a:cubicBezTo>
                    <a:pt x="7511" y="353"/>
                    <a:pt x="8641" y="707"/>
                    <a:pt x="9594" y="1416"/>
                  </a:cubicBezTo>
                  <a:cubicBezTo>
                    <a:pt x="11920" y="3167"/>
                    <a:pt x="12408" y="6512"/>
                    <a:pt x="10635" y="8839"/>
                  </a:cubicBezTo>
                  <a:cubicBezTo>
                    <a:pt x="9601" y="10226"/>
                    <a:pt x="8011" y="10956"/>
                    <a:pt x="6403" y="10956"/>
                  </a:cubicBezTo>
                  <a:cubicBezTo>
                    <a:pt x="5288" y="10956"/>
                    <a:pt x="4165" y="10606"/>
                    <a:pt x="3213" y="9880"/>
                  </a:cubicBezTo>
                  <a:cubicBezTo>
                    <a:pt x="864" y="8130"/>
                    <a:pt x="399" y="4806"/>
                    <a:pt x="2172" y="2458"/>
                  </a:cubicBezTo>
                  <a:cubicBezTo>
                    <a:pt x="3213" y="1084"/>
                    <a:pt x="4808" y="353"/>
                    <a:pt x="6403" y="353"/>
                  </a:cubicBezTo>
                  <a:close/>
                  <a:moveTo>
                    <a:pt x="6415" y="1"/>
                  </a:moveTo>
                  <a:cubicBezTo>
                    <a:pt x="4696" y="1"/>
                    <a:pt x="2998" y="776"/>
                    <a:pt x="1884" y="2258"/>
                  </a:cubicBezTo>
                  <a:cubicBezTo>
                    <a:pt x="0" y="4740"/>
                    <a:pt x="510" y="8285"/>
                    <a:pt x="2991" y="10168"/>
                  </a:cubicBezTo>
                  <a:cubicBezTo>
                    <a:pt x="4011" y="10944"/>
                    <a:pt x="5207" y="11298"/>
                    <a:pt x="6403" y="11298"/>
                  </a:cubicBezTo>
                  <a:cubicBezTo>
                    <a:pt x="8109" y="11298"/>
                    <a:pt x="9816" y="10523"/>
                    <a:pt x="10923" y="9060"/>
                  </a:cubicBezTo>
                  <a:cubicBezTo>
                    <a:pt x="12807" y="6557"/>
                    <a:pt x="12297" y="3012"/>
                    <a:pt x="9816" y="1128"/>
                  </a:cubicBezTo>
                  <a:cubicBezTo>
                    <a:pt x="8794" y="369"/>
                    <a:pt x="7599" y="1"/>
                    <a:pt x="641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48"/>
            <p:cNvSpPr/>
            <p:nvPr/>
          </p:nvSpPr>
          <p:spPr>
            <a:xfrm>
              <a:off x="2957644" y="4356096"/>
              <a:ext cx="330723" cy="292402"/>
            </a:xfrm>
            <a:custGeom>
              <a:avLst/>
              <a:gdLst/>
              <a:ahLst/>
              <a:cxnLst/>
              <a:rect l="l" t="t" r="r" b="b"/>
              <a:pathLst>
                <a:path w="9174" h="8111" extrusionOk="0">
                  <a:moveTo>
                    <a:pt x="4593" y="0"/>
                  </a:moveTo>
                  <a:cubicBezTo>
                    <a:pt x="3365" y="0"/>
                    <a:pt x="2153" y="553"/>
                    <a:pt x="1352" y="1602"/>
                  </a:cubicBezTo>
                  <a:cubicBezTo>
                    <a:pt x="1" y="3397"/>
                    <a:pt x="355" y="5945"/>
                    <a:pt x="2150" y="7296"/>
                  </a:cubicBezTo>
                  <a:cubicBezTo>
                    <a:pt x="2880" y="7846"/>
                    <a:pt x="3732" y="8110"/>
                    <a:pt x="4576" y="8110"/>
                  </a:cubicBezTo>
                  <a:cubicBezTo>
                    <a:pt x="5806" y="8110"/>
                    <a:pt x="7021" y="7550"/>
                    <a:pt x="7822" y="6499"/>
                  </a:cubicBezTo>
                  <a:cubicBezTo>
                    <a:pt x="9174" y="4704"/>
                    <a:pt x="8819" y="2156"/>
                    <a:pt x="7024" y="805"/>
                  </a:cubicBezTo>
                  <a:cubicBezTo>
                    <a:pt x="6293" y="262"/>
                    <a:pt x="5439" y="0"/>
                    <a:pt x="45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48"/>
            <p:cNvSpPr/>
            <p:nvPr/>
          </p:nvSpPr>
          <p:spPr>
            <a:xfrm>
              <a:off x="3054292" y="4436199"/>
              <a:ext cx="138216" cy="130032"/>
            </a:xfrm>
            <a:custGeom>
              <a:avLst/>
              <a:gdLst/>
              <a:ahLst/>
              <a:cxnLst/>
              <a:rect l="l" t="t" r="r" b="b"/>
              <a:pathLst>
                <a:path w="3834" h="3607" extrusionOk="0">
                  <a:moveTo>
                    <a:pt x="1944" y="1"/>
                  </a:moveTo>
                  <a:cubicBezTo>
                    <a:pt x="1851" y="1"/>
                    <a:pt x="1757" y="8"/>
                    <a:pt x="1663" y="23"/>
                  </a:cubicBezTo>
                  <a:cubicBezTo>
                    <a:pt x="688" y="156"/>
                    <a:pt x="1" y="1064"/>
                    <a:pt x="134" y="2061"/>
                  </a:cubicBezTo>
                  <a:cubicBezTo>
                    <a:pt x="276" y="2955"/>
                    <a:pt x="1051" y="3606"/>
                    <a:pt x="1930" y="3606"/>
                  </a:cubicBezTo>
                  <a:cubicBezTo>
                    <a:pt x="2010" y="3606"/>
                    <a:pt x="2091" y="3601"/>
                    <a:pt x="2172" y="3590"/>
                  </a:cubicBezTo>
                  <a:cubicBezTo>
                    <a:pt x="3169" y="3435"/>
                    <a:pt x="3834" y="2526"/>
                    <a:pt x="3701" y="1551"/>
                  </a:cubicBezTo>
                  <a:cubicBezTo>
                    <a:pt x="3581" y="649"/>
                    <a:pt x="2825" y="1"/>
                    <a:pt x="1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48"/>
            <p:cNvSpPr/>
            <p:nvPr/>
          </p:nvSpPr>
          <p:spPr>
            <a:xfrm>
              <a:off x="2176527" y="4847200"/>
              <a:ext cx="146976" cy="129852"/>
            </a:xfrm>
            <a:custGeom>
              <a:avLst/>
              <a:gdLst/>
              <a:ahLst/>
              <a:cxnLst/>
              <a:rect l="l" t="t" r="r" b="b"/>
              <a:pathLst>
                <a:path w="4077" h="3602" extrusionOk="0">
                  <a:moveTo>
                    <a:pt x="2037" y="1"/>
                  </a:moveTo>
                  <a:cubicBezTo>
                    <a:pt x="1490" y="1"/>
                    <a:pt x="952" y="248"/>
                    <a:pt x="598" y="719"/>
                  </a:cubicBezTo>
                  <a:cubicBezTo>
                    <a:pt x="0" y="1517"/>
                    <a:pt x="177" y="2647"/>
                    <a:pt x="953" y="3245"/>
                  </a:cubicBezTo>
                  <a:cubicBezTo>
                    <a:pt x="1275" y="3487"/>
                    <a:pt x="1652" y="3602"/>
                    <a:pt x="2026" y="3602"/>
                  </a:cubicBezTo>
                  <a:cubicBezTo>
                    <a:pt x="2577" y="3602"/>
                    <a:pt x="3122" y="3352"/>
                    <a:pt x="3479" y="2890"/>
                  </a:cubicBezTo>
                  <a:cubicBezTo>
                    <a:pt x="4077" y="2093"/>
                    <a:pt x="3922" y="963"/>
                    <a:pt x="3124" y="365"/>
                  </a:cubicBezTo>
                  <a:cubicBezTo>
                    <a:pt x="2798" y="120"/>
                    <a:pt x="2415" y="1"/>
                    <a:pt x="203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48"/>
            <p:cNvSpPr/>
            <p:nvPr/>
          </p:nvSpPr>
          <p:spPr>
            <a:xfrm>
              <a:off x="2249996" y="4637464"/>
              <a:ext cx="740467" cy="281190"/>
            </a:xfrm>
            <a:custGeom>
              <a:avLst/>
              <a:gdLst/>
              <a:ahLst/>
              <a:cxnLst/>
              <a:rect l="l" t="t" r="r" b="b"/>
              <a:pathLst>
                <a:path w="20540" h="7800" extrusionOk="0">
                  <a:moveTo>
                    <a:pt x="20296" y="1"/>
                  </a:moveTo>
                  <a:lnTo>
                    <a:pt x="12873" y="7445"/>
                  </a:lnTo>
                  <a:lnTo>
                    <a:pt x="0" y="7445"/>
                  </a:lnTo>
                  <a:lnTo>
                    <a:pt x="0" y="7800"/>
                  </a:lnTo>
                  <a:lnTo>
                    <a:pt x="13006" y="7800"/>
                  </a:lnTo>
                  <a:lnTo>
                    <a:pt x="20539" y="267"/>
                  </a:lnTo>
                  <a:lnTo>
                    <a:pt x="20296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70" name="Google Shape;2570;p48"/>
          <p:cNvGrpSpPr/>
          <p:nvPr/>
        </p:nvGrpSpPr>
        <p:grpSpPr>
          <a:xfrm rot="10800000">
            <a:off x="831172" y="3408016"/>
            <a:ext cx="1127604" cy="709227"/>
            <a:chOff x="8080552" y="2473390"/>
            <a:chExt cx="793249" cy="498929"/>
          </a:xfrm>
        </p:grpSpPr>
        <p:sp>
          <p:nvSpPr>
            <p:cNvPr id="2571" name="Google Shape;2571;p48"/>
            <p:cNvSpPr/>
            <p:nvPr/>
          </p:nvSpPr>
          <p:spPr>
            <a:xfrm>
              <a:off x="8163519" y="2857845"/>
              <a:ext cx="32218" cy="32218"/>
            </a:xfrm>
            <a:custGeom>
              <a:avLst/>
              <a:gdLst/>
              <a:ahLst/>
              <a:cxnLst/>
              <a:rect l="l" t="t" r="r" b="b"/>
              <a:pathLst>
                <a:path w="998" h="998" extrusionOk="0">
                  <a:moveTo>
                    <a:pt x="488" y="0"/>
                  </a:moveTo>
                  <a:cubicBezTo>
                    <a:pt x="222" y="0"/>
                    <a:pt x="1" y="222"/>
                    <a:pt x="1" y="488"/>
                  </a:cubicBezTo>
                  <a:cubicBezTo>
                    <a:pt x="1" y="776"/>
                    <a:pt x="222" y="997"/>
                    <a:pt x="488" y="997"/>
                  </a:cubicBezTo>
                  <a:cubicBezTo>
                    <a:pt x="754" y="997"/>
                    <a:pt x="998" y="776"/>
                    <a:pt x="998" y="488"/>
                  </a:cubicBezTo>
                  <a:cubicBezTo>
                    <a:pt x="998" y="222"/>
                    <a:pt x="754" y="0"/>
                    <a:pt x="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48"/>
            <p:cNvSpPr/>
            <p:nvPr/>
          </p:nvSpPr>
          <p:spPr>
            <a:xfrm>
              <a:off x="8080552" y="2774879"/>
              <a:ext cx="197440" cy="197440"/>
            </a:xfrm>
            <a:custGeom>
              <a:avLst/>
              <a:gdLst/>
              <a:ahLst/>
              <a:cxnLst/>
              <a:rect l="l" t="t" r="r" b="b"/>
              <a:pathLst>
                <a:path w="6116" h="6116" extrusionOk="0">
                  <a:moveTo>
                    <a:pt x="3058" y="532"/>
                  </a:moveTo>
                  <a:cubicBezTo>
                    <a:pt x="4454" y="532"/>
                    <a:pt x="5584" y="1662"/>
                    <a:pt x="5584" y="3058"/>
                  </a:cubicBezTo>
                  <a:cubicBezTo>
                    <a:pt x="5584" y="4453"/>
                    <a:pt x="4454" y="5583"/>
                    <a:pt x="3058" y="5583"/>
                  </a:cubicBezTo>
                  <a:cubicBezTo>
                    <a:pt x="1662" y="5583"/>
                    <a:pt x="532" y="4453"/>
                    <a:pt x="532" y="3058"/>
                  </a:cubicBezTo>
                  <a:cubicBezTo>
                    <a:pt x="532" y="1662"/>
                    <a:pt x="1662" y="532"/>
                    <a:pt x="3058" y="532"/>
                  </a:cubicBezTo>
                  <a:close/>
                  <a:moveTo>
                    <a:pt x="3058" y="0"/>
                  </a:moveTo>
                  <a:cubicBezTo>
                    <a:pt x="1374" y="0"/>
                    <a:pt x="1" y="1374"/>
                    <a:pt x="1" y="3058"/>
                  </a:cubicBezTo>
                  <a:cubicBezTo>
                    <a:pt x="1" y="4741"/>
                    <a:pt x="1374" y="6115"/>
                    <a:pt x="3058" y="6115"/>
                  </a:cubicBezTo>
                  <a:cubicBezTo>
                    <a:pt x="4742" y="6115"/>
                    <a:pt x="6116" y="4741"/>
                    <a:pt x="6116" y="3058"/>
                  </a:cubicBezTo>
                  <a:cubicBezTo>
                    <a:pt x="6116" y="1374"/>
                    <a:pt x="4742" y="0"/>
                    <a:pt x="3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48"/>
            <p:cNvSpPr/>
            <p:nvPr/>
          </p:nvSpPr>
          <p:spPr>
            <a:xfrm>
              <a:off x="8735019" y="2473390"/>
              <a:ext cx="138782" cy="125902"/>
            </a:xfrm>
            <a:custGeom>
              <a:avLst/>
              <a:gdLst/>
              <a:ahLst/>
              <a:cxnLst/>
              <a:rect l="l" t="t" r="r" b="b"/>
              <a:pathLst>
                <a:path w="4299" h="3900" extrusionOk="0">
                  <a:moveTo>
                    <a:pt x="2150" y="0"/>
                  </a:moveTo>
                  <a:cubicBezTo>
                    <a:pt x="1651" y="0"/>
                    <a:pt x="1153" y="189"/>
                    <a:pt x="776" y="565"/>
                  </a:cubicBezTo>
                  <a:cubicBezTo>
                    <a:pt x="1" y="1341"/>
                    <a:pt x="1" y="2559"/>
                    <a:pt x="776" y="3335"/>
                  </a:cubicBezTo>
                  <a:cubicBezTo>
                    <a:pt x="1153" y="3711"/>
                    <a:pt x="1651" y="3900"/>
                    <a:pt x="2150" y="3900"/>
                  </a:cubicBezTo>
                  <a:cubicBezTo>
                    <a:pt x="2648" y="3900"/>
                    <a:pt x="3147" y="3711"/>
                    <a:pt x="3523" y="3335"/>
                  </a:cubicBezTo>
                  <a:cubicBezTo>
                    <a:pt x="4299" y="2559"/>
                    <a:pt x="4299" y="1318"/>
                    <a:pt x="3523" y="565"/>
                  </a:cubicBezTo>
                  <a:cubicBezTo>
                    <a:pt x="3147" y="189"/>
                    <a:pt x="2648" y="0"/>
                    <a:pt x="2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48"/>
            <p:cNvSpPr/>
            <p:nvPr/>
          </p:nvSpPr>
          <p:spPr>
            <a:xfrm>
              <a:off x="8179273" y="2530950"/>
              <a:ext cx="631607" cy="351234"/>
            </a:xfrm>
            <a:custGeom>
              <a:avLst/>
              <a:gdLst/>
              <a:ahLst/>
              <a:cxnLst/>
              <a:rect l="l" t="t" r="r" b="b"/>
              <a:pathLst>
                <a:path w="19565" h="10880" extrusionOk="0">
                  <a:moveTo>
                    <a:pt x="19165" y="1"/>
                  </a:moveTo>
                  <a:lnTo>
                    <a:pt x="10790" y="10348"/>
                  </a:lnTo>
                  <a:lnTo>
                    <a:pt x="0" y="10348"/>
                  </a:lnTo>
                  <a:lnTo>
                    <a:pt x="0" y="10879"/>
                  </a:lnTo>
                  <a:lnTo>
                    <a:pt x="11056" y="10879"/>
                  </a:lnTo>
                  <a:lnTo>
                    <a:pt x="19564" y="333"/>
                  </a:lnTo>
                  <a:lnTo>
                    <a:pt x="191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7740CCC-D9AA-80A8-704A-E54F78150755}"/>
              </a:ext>
            </a:extLst>
          </p:cNvPr>
          <p:cNvSpPr txBox="1"/>
          <p:nvPr/>
        </p:nvSpPr>
        <p:spPr>
          <a:xfrm>
            <a:off x="1606414" y="2063918"/>
            <a:ext cx="14511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6000" b="1" dirty="0">
                <a:solidFill>
                  <a:schemeClr val="dk2"/>
                </a:solidFill>
                <a:latin typeface="Exo"/>
                <a:sym typeface="Exo"/>
              </a:rPr>
              <a:t>02</a:t>
            </a:r>
            <a:endParaRPr lang="en-US" sz="6000" b="1" dirty="0">
              <a:solidFill>
                <a:schemeClr val="dk2"/>
              </a:solidFill>
              <a:latin typeface="Exo"/>
              <a:sym typeface="Ex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41"/>
          <p:cNvSpPr txBox="1">
            <a:spLocks noGrp="1"/>
          </p:cNvSpPr>
          <p:nvPr>
            <p:ph type="title"/>
          </p:nvPr>
        </p:nvSpPr>
        <p:spPr>
          <a:xfrm>
            <a:off x="720000" y="78076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z-Cyrl-AZ" dirty="0"/>
              <a:t>Цели и стратегии</a:t>
            </a:r>
          </a:p>
        </p:txBody>
      </p:sp>
      <p:sp>
        <p:nvSpPr>
          <p:cNvPr id="2283" name="Google Shape;2283;p41"/>
          <p:cNvSpPr/>
          <p:nvPr/>
        </p:nvSpPr>
        <p:spPr>
          <a:xfrm>
            <a:off x="1044290" y="2168175"/>
            <a:ext cx="274200" cy="274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85" name="Google Shape;2285;p41"/>
          <p:cNvCxnSpPr>
            <a:cxnSpLocks/>
          </p:cNvCxnSpPr>
          <p:nvPr/>
        </p:nvCxnSpPr>
        <p:spPr>
          <a:xfrm>
            <a:off x="1743347" y="3711585"/>
            <a:ext cx="5657305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86" name="Google Shape;2286;p41"/>
          <p:cNvGrpSpPr/>
          <p:nvPr/>
        </p:nvGrpSpPr>
        <p:grpSpPr>
          <a:xfrm>
            <a:off x="7567437" y="1694535"/>
            <a:ext cx="399883" cy="381256"/>
            <a:chOff x="6113337" y="393160"/>
            <a:chExt cx="399883" cy="381256"/>
          </a:xfrm>
        </p:grpSpPr>
        <p:sp>
          <p:nvSpPr>
            <p:cNvPr id="2287" name="Google Shape;2287;p41"/>
            <p:cNvSpPr/>
            <p:nvPr/>
          </p:nvSpPr>
          <p:spPr>
            <a:xfrm>
              <a:off x="6113337" y="393160"/>
              <a:ext cx="399883" cy="381256"/>
            </a:xfrm>
            <a:custGeom>
              <a:avLst/>
              <a:gdLst/>
              <a:ahLst/>
              <a:cxnLst/>
              <a:rect l="l" t="t" r="r" b="b"/>
              <a:pathLst>
                <a:path w="12387" h="11810" extrusionOk="0">
                  <a:moveTo>
                    <a:pt x="5917" y="798"/>
                  </a:moveTo>
                  <a:cubicBezTo>
                    <a:pt x="7224" y="798"/>
                    <a:pt x="8531" y="1285"/>
                    <a:pt x="9528" y="2282"/>
                  </a:cubicBezTo>
                  <a:cubicBezTo>
                    <a:pt x="11522" y="4276"/>
                    <a:pt x="11522" y="7533"/>
                    <a:pt x="9528" y="9527"/>
                  </a:cubicBezTo>
                  <a:cubicBezTo>
                    <a:pt x="8553" y="10480"/>
                    <a:pt x="7268" y="11012"/>
                    <a:pt x="5917" y="11012"/>
                  </a:cubicBezTo>
                  <a:cubicBezTo>
                    <a:pt x="4543" y="11012"/>
                    <a:pt x="3258" y="10480"/>
                    <a:pt x="2283" y="9527"/>
                  </a:cubicBezTo>
                  <a:cubicBezTo>
                    <a:pt x="1330" y="8552"/>
                    <a:pt x="799" y="7267"/>
                    <a:pt x="799" y="5894"/>
                  </a:cubicBezTo>
                  <a:cubicBezTo>
                    <a:pt x="799" y="4542"/>
                    <a:pt x="1330" y="3257"/>
                    <a:pt x="2283" y="2282"/>
                  </a:cubicBezTo>
                  <a:cubicBezTo>
                    <a:pt x="3280" y="1285"/>
                    <a:pt x="4609" y="798"/>
                    <a:pt x="5917" y="798"/>
                  </a:cubicBezTo>
                  <a:close/>
                  <a:moveTo>
                    <a:pt x="5906" y="0"/>
                  </a:moveTo>
                  <a:cubicBezTo>
                    <a:pt x="4393" y="0"/>
                    <a:pt x="2881" y="576"/>
                    <a:pt x="1729" y="1728"/>
                  </a:cubicBezTo>
                  <a:cubicBezTo>
                    <a:pt x="621" y="2836"/>
                    <a:pt x="1" y="4321"/>
                    <a:pt x="1" y="5894"/>
                  </a:cubicBezTo>
                  <a:cubicBezTo>
                    <a:pt x="1" y="7489"/>
                    <a:pt x="621" y="8973"/>
                    <a:pt x="1729" y="10081"/>
                  </a:cubicBezTo>
                  <a:cubicBezTo>
                    <a:pt x="2859" y="11189"/>
                    <a:pt x="4344" y="11809"/>
                    <a:pt x="5917" y="11809"/>
                  </a:cubicBezTo>
                  <a:cubicBezTo>
                    <a:pt x="7490" y="11809"/>
                    <a:pt x="8974" y="11189"/>
                    <a:pt x="10082" y="10081"/>
                  </a:cubicBezTo>
                  <a:cubicBezTo>
                    <a:pt x="12386" y="7777"/>
                    <a:pt x="12386" y="4033"/>
                    <a:pt x="10082" y="1728"/>
                  </a:cubicBezTo>
                  <a:cubicBezTo>
                    <a:pt x="8930" y="576"/>
                    <a:pt x="7418" y="0"/>
                    <a:pt x="5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41"/>
            <p:cNvSpPr/>
            <p:nvPr/>
          </p:nvSpPr>
          <p:spPr>
            <a:xfrm>
              <a:off x="6222775" y="502599"/>
              <a:ext cx="162413" cy="162381"/>
            </a:xfrm>
            <a:custGeom>
              <a:avLst/>
              <a:gdLst/>
              <a:ahLst/>
              <a:cxnLst/>
              <a:rect l="l" t="t" r="r" b="b"/>
              <a:pathLst>
                <a:path w="5031" h="5030" extrusionOk="0">
                  <a:moveTo>
                    <a:pt x="2527" y="0"/>
                  </a:moveTo>
                  <a:cubicBezTo>
                    <a:pt x="1131" y="0"/>
                    <a:pt x="1" y="1130"/>
                    <a:pt x="1" y="2504"/>
                  </a:cubicBezTo>
                  <a:cubicBezTo>
                    <a:pt x="1" y="3900"/>
                    <a:pt x="1131" y="5030"/>
                    <a:pt x="2527" y="5030"/>
                  </a:cubicBezTo>
                  <a:cubicBezTo>
                    <a:pt x="3900" y="5030"/>
                    <a:pt x="5030" y="3900"/>
                    <a:pt x="5030" y="2504"/>
                  </a:cubicBezTo>
                  <a:cubicBezTo>
                    <a:pt x="5030" y="1130"/>
                    <a:pt x="3900" y="0"/>
                    <a:pt x="25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6DFFEC2-307F-F16E-69C9-F60CF59AA680}"/>
              </a:ext>
            </a:extLst>
          </p:cNvPr>
          <p:cNvSpPr txBox="1"/>
          <p:nvPr/>
        </p:nvSpPr>
        <p:spPr>
          <a:xfrm>
            <a:off x="1432235" y="2075791"/>
            <a:ext cx="61352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Основният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резултат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от проекта "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Warp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" е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успешното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създаване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на интуитивно и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лесно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за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използване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софтуерно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приложение за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създаване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на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уебсайтове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. До момента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приложението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има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голям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успех и се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използва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от широка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група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потребители.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Възможностите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за развитие и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усъвършенстване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включват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добавяне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на нови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функционалности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,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подобряване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на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производителността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и оптимизация на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потребителския</a:t>
            </a:r>
            <a:r>
              <a:rPr lang="ru-RU" b="0" i="0" dirty="0"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интерфейс.</a:t>
            </a:r>
            <a:endParaRPr lang="en-US" dirty="0">
              <a:solidFill>
                <a:schemeClr val="tx1"/>
              </a:solidFill>
              <a:latin typeface="PT Sans" panose="020B0503020203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3" name="Google Shape;2943;p57"/>
          <p:cNvSpPr txBox="1">
            <a:spLocks noGrp="1"/>
          </p:cNvSpPr>
          <p:nvPr>
            <p:ph type="title"/>
          </p:nvPr>
        </p:nvSpPr>
        <p:spPr>
          <a:xfrm>
            <a:off x="4627064" y="1756429"/>
            <a:ext cx="3949325" cy="11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Нека продължим към приложението!</a:t>
            </a:r>
            <a:endParaRPr lang="en-GB" dirty="0"/>
          </a:p>
        </p:txBody>
      </p:sp>
      <p:grpSp>
        <p:nvGrpSpPr>
          <p:cNvPr id="2945" name="Google Shape;2945;p57"/>
          <p:cNvGrpSpPr/>
          <p:nvPr/>
        </p:nvGrpSpPr>
        <p:grpSpPr>
          <a:xfrm>
            <a:off x="939587" y="4032310"/>
            <a:ext cx="399883" cy="381256"/>
            <a:chOff x="6113337" y="393160"/>
            <a:chExt cx="399883" cy="381256"/>
          </a:xfrm>
        </p:grpSpPr>
        <p:sp>
          <p:nvSpPr>
            <p:cNvPr id="2946" name="Google Shape;2946;p57"/>
            <p:cNvSpPr/>
            <p:nvPr/>
          </p:nvSpPr>
          <p:spPr>
            <a:xfrm>
              <a:off x="6113337" y="393160"/>
              <a:ext cx="399883" cy="381256"/>
            </a:xfrm>
            <a:custGeom>
              <a:avLst/>
              <a:gdLst/>
              <a:ahLst/>
              <a:cxnLst/>
              <a:rect l="l" t="t" r="r" b="b"/>
              <a:pathLst>
                <a:path w="12387" h="11810" extrusionOk="0">
                  <a:moveTo>
                    <a:pt x="5917" y="798"/>
                  </a:moveTo>
                  <a:cubicBezTo>
                    <a:pt x="7224" y="798"/>
                    <a:pt x="8531" y="1285"/>
                    <a:pt x="9528" y="2282"/>
                  </a:cubicBezTo>
                  <a:cubicBezTo>
                    <a:pt x="11522" y="4276"/>
                    <a:pt x="11522" y="7533"/>
                    <a:pt x="9528" y="9527"/>
                  </a:cubicBezTo>
                  <a:cubicBezTo>
                    <a:pt x="8553" y="10480"/>
                    <a:pt x="7268" y="11012"/>
                    <a:pt x="5917" y="11012"/>
                  </a:cubicBezTo>
                  <a:cubicBezTo>
                    <a:pt x="4543" y="11012"/>
                    <a:pt x="3258" y="10480"/>
                    <a:pt x="2283" y="9527"/>
                  </a:cubicBezTo>
                  <a:cubicBezTo>
                    <a:pt x="1330" y="8552"/>
                    <a:pt x="799" y="7267"/>
                    <a:pt x="799" y="5894"/>
                  </a:cubicBezTo>
                  <a:cubicBezTo>
                    <a:pt x="799" y="4542"/>
                    <a:pt x="1330" y="3257"/>
                    <a:pt x="2283" y="2282"/>
                  </a:cubicBezTo>
                  <a:cubicBezTo>
                    <a:pt x="3280" y="1285"/>
                    <a:pt x="4609" y="798"/>
                    <a:pt x="5917" y="798"/>
                  </a:cubicBezTo>
                  <a:close/>
                  <a:moveTo>
                    <a:pt x="5906" y="0"/>
                  </a:moveTo>
                  <a:cubicBezTo>
                    <a:pt x="4393" y="0"/>
                    <a:pt x="2881" y="576"/>
                    <a:pt x="1729" y="1728"/>
                  </a:cubicBezTo>
                  <a:cubicBezTo>
                    <a:pt x="621" y="2836"/>
                    <a:pt x="1" y="4321"/>
                    <a:pt x="1" y="5894"/>
                  </a:cubicBezTo>
                  <a:cubicBezTo>
                    <a:pt x="1" y="7489"/>
                    <a:pt x="621" y="8973"/>
                    <a:pt x="1729" y="10081"/>
                  </a:cubicBezTo>
                  <a:cubicBezTo>
                    <a:pt x="2859" y="11189"/>
                    <a:pt x="4344" y="11809"/>
                    <a:pt x="5917" y="11809"/>
                  </a:cubicBezTo>
                  <a:cubicBezTo>
                    <a:pt x="7490" y="11809"/>
                    <a:pt x="8974" y="11189"/>
                    <a:pt x="10082" y="10081"/>
                  </a:cubicBezTo>
                  <a:cubicBezTo>
                    <a:pt x="12386" y="7777"/>
                    <a:pt x="12386" y="4033"/>
                    <a:pt x="10082" y="1728"/>
                  </a:cubicBezTo>
                  <a:cubicBezTo>
                    <a:pt x="8930" y="576"/>
                    <a:pt x="7418" y="0"/>
                    <a:pt x="5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57"/>
            <p:cNvSpPr/>
            <p:nvPr/>
          </p:nvSpPr>
          <p:spPr>
            <a:xfrm>
              <a:off x="6222775" y="502599"/>
              <a:ext cx="162413" cy="162381"/>
            </a:xfrm>
            <a:custGeom>
              <a:avLst/>
              <a:gdLst/>
              <a:ahLst/>
              <a:cxnLst/>
              <a:rect l="l" t="t" r="r" b="b"/>
              <a:pathLst>
                <a:path w="5031" h="5030" extrusionOk="0">
                  <a:moveTo>
                    <a:pt x="2527" y="0"/>
                  </a:moveTo>
                  <a:cubicBezTo>
                    <a:pt x="1131" y="0"/>
                    <a:pt x="1" y="1130"/>
                    <a:pt x="1" y="2504"/>
                  </a:cubicBezTo>
                  <a:cubicBezTo>
                    <a:pt x="1" y="3900"/>
                    <a:pt x="1131" y="5030"/>
                    <a:pt x="2527" y="5030"/>
                  </a:cubicBezTo>
                  <a:cubicBezTo>
                    <a:pt x="3900" y="5030"/>
                    <a:pt x="5030" y="3900"/>
                    <a:pt x="5030" y="2504"/>
                  </a:cubicBezTo>
                  <a:cubicBezTo>
                    <a:pt x="5030" y="1130"/>
                    <a:pt x="3900" y="0"/>
                    <a:pt x="2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8" name="Google Shape;2948;p57"/>
          <p:cNvGrpSpPr/>
          <p:nvPr/>
        </p:nvGrpSpPr>
        <p:grpSpPr>
          <a:xfrm rot="-5400000">
            <a:off x="3410748" y="4336515"/>
            <a:ext cx="1591472" cy="841159"/>
            <a:chOff x="661553" y="1919040"/>
            <a:chExt cx="1591472" cy="841159"/>
          </a:xfrm>
        </p:grpSpPr>
        <p:sp>
          <p:nvSpPr>
            <p:cNvPr id="2949" name="Google Shape;2949;p57"/>
            <p:cNvSpPr/>
            <p:nvPr/>
          </p:nvSpPr>
          <p:spPr>
            <a:xfrm>
              <a:off x="661553" y="2267371"/>
              <a:ext cx="1400512" cy="411311"/>
            </a:xfrm>
            <a:custGeom>
              <a:avLst/>
              <a:gdLst/>
              <a:ahLst/>
              <a:cxnLst/>
              <a:rect l="l" t="t" r="r" b="b"/>
              <a:pathLst>
                <a:path w="43383" h="12741" extrusionOk="0">
                  <a:moveTo>
                    <a:pt x="24283" y="0"/>
                  </a:moveTo>
                  <a:lnTo>
                    <a:pt x="19387" y="4897"/>
                  </a:lnTo>
                  <a:lnTo>
                    <a:pt x="2304" y="4897"/>
                  </a:lnTo>
                  <a:lnTo>
                    <a:pt x="0" y="2593"/>
                  </a:lnTo>
                  <a:lnTo>
                    <a:pt x="0" y="2991"/>
                  </a:lnTo>
                  <a:lnTo>
                    <a:pt x="2193" y="5185"/>
                  </a:lnTo>
                  <a:lnTo>
                    <a:pt x="19498" y="5185"/>
                  </a:lnTo>
                  <a:lnTo>
                    <a:pt x="24416" y="266"/>
                  </a:lnTo>
                  <a:lnTo>
                    <a:pt x="30731" y="266"/>
                  </a:lnTo>
                  <a:lnTo>
                    <a:pt x="43183" y="12740"/>
                  </a:lnTo>
                  <a:cubicBezTo>
                    <a:pt x="43249" y="12674"/>
                    <a:pt x="43316" y="12607"/>
                    <a:pt x="43382" y="12541"/>
                  </a:cubicBezTo>
                  <a:lnTo>
                    <a:pt x="3084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57"/>
            <p:cNvSpPr/>
            <p:nvPr/>
          </p:nvSpPr>
          <p:spPr>
            <a:xfrm>
              <a:off x="661553" y="2117869"/>
              <a:ext cx="1493485" cy="209610"/>
            </a:xfrm>
            <a:custGeom>
              <a:avLst/>
              <a:gdLst/>
              <a:ahLst/>
              <a:cxnLst/>
              <a:rect l="l" t="t" r="r" b="b"/>
              <a:pathLst>
                <a:path w="46263" h="6493" extrusionOk="0">
                  <a:moveTo>
                    <a:pt x="21802" y="1"/>
                  </a:moveTo>
                  <a:lnTo>
                    <a:pt x="15598" y="6204"/>
                  </a:lnTo>
                  <a:lnTo>
                    <a:pt x="4343" y="6204"/>
                  </a:lnTo>
                  <a:lnTo>
                    <a:pt x="0" y="1862"/>
                  </a:lnTo>
                  <a:lnTo>
                    <a:pt x="0" y="2261"/>
                  </a:lnTo>
                  <a:lnTo>
                    <a:pt x="4232" y="6492"/>
                  </a:lnTo>
                  <a:lnTo>
                    <a:pt x="15709" y="6492"/>
                  </a:lnTo>
                  <a:lnTo>
                    <a:pt x="21935" y="267"/>
                  </a:lnTo>
                  <a:lnTo>
                    <a:pt x="46262" y="267"/>
                  </a:lnTo>
                  <a:cubicBezTo>
                    <a:pt x="46262" y="222"/>
                    <a:pt x="46262" y="178"/>
                    <a:pt x="46262" y="134"/>
                  </a:cubicBezTo>
                  <a:cubicBezTo>
                    <a:pt x="46262" y="89"/>
                    <a:pt x="46262" y="45"/>
                    <a:pt x="46262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57"/>
            <p:cNvSpPr/>
            <p:nvPr/>
          </p:nvSpPr>
          <p:spPr>
            <a:xfrm>
              <a:off x="2043446" y="2661479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266"/>
                  </a:moveTo>
                  <a:cubicBezTo>
                    <a:pt x="2216" y="266"/>
                    <a:pt x="2792" y="842"/>
                    <a:pt x="2792" y="1529"/>
                  </a:cubicBezTo>
                  <a:cubicBezTo>
                    <a:pt x="2792" y="2216"/>
                    <a:pt x="2216" y="2770"/>
                    <a:pt x="1529" y="2770"/>
                  </a:cubicBezTo>
                  <a:cubicBezTo>
                    <a:pt x="842" y="2770"/>
                    <a:pt x="288" y="2216"/>
                    <a:pt x="288" y="1529"/>
                  </a:cubicBezTo>
                  <a:cubicBezTo>
                    <a:pt x="288" y="842"/>
                    <a:pt x="842" y="266"/>
                    <a:pt x="1529" y="266"/>
                  </a:cubicBezTo>
                  <a:close/>
                  <a:moveTo>
                    <a:pt x="1529" y="0"/>
                  </a:moveTo>
                  <a:cubicBezTo>
                    <a:pt x="1174" y="0"/>
                    <a:pt x="842" y="133"/>
                    <a:pt x="576" y="333"/>
                  </a:cubicBezTo>
                  <a:lnTo>
                    <a:pt x="731" y="488"/>
                  </a:lnTo>
                  <a:lnTo>
                    <a:pt x="532" y="687"/>
                  </a:lnTo>
                  <a:lnTo>
                    <a:pt x="377" y="532"/>
                  </a:lnTo>
                  <a:cubicBezTo>
                    <a:pt x="155" y="798"/>
                    <a:pt x="0" y="1153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57"/>
            <p:cNvSpPr/>
            <p:nvPr/>
          </p:nvSpPr>
          <p:spPr>
            <a:xfrm>
              <a:off x="2155015" y="2072802"/>
              <a:ext cx="98010" cy="98752"/>
            </a:xfrm>
            <a:custGeom>
              <a:avLst/>
              <a:gdLst/>
              <a:ahLst/>
              <a:cxnLst/>
              <a:rect l="l" t="t" r="r" b="b"/>
              <a:pathLst>
                <a:path w="3036" h="3059" extrusionOk="0">
                  <a:moveTo>
                    <a:pt x="1507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3"/>
                    <a:pt x="1507" y="2793"/>
                  </a:cubicBezTo>
                  <a:cubicBezTo>
                    <a:pt x="820" y="2793"/>
                    <a:pt x="266" y="2216"/>
                    <a:pt x="266" y="1530"/>
                  </a:cubicBezTo>
                  <a:cubicBezTo>
                    <a:pt x="266" y="843"/>
                    <a:pt x="820" y="289"/>
                    <a:pt x="1507" y="289"/>
                  </a:cubicBezTo>
                  <a:close/>
                  <a:moveTo>
                    <a:pt x="1507" y="1"/>
                  </a:moveTo>
                  <a:cubicBezTo>
                    <a:pt x="732" y="1"/>
                    <a:pt x="67" y="621"/>
                    <a:pt x="0" y="1397"/>
                  </a:cubicBezTo>
                  <a:lnTo>
                    <a:pt x="133" y="1397"/>
                  </a:lnTo>
                  <a:lnTo>
                    <a:pt x="133" y="1663"/>
                  </a:lnTo>
                  <a:lnTo>
                    <a:pt x="0" y="1663"/>
                  </a:lnTo>
                  <a:cubicBezTo>
                    <a:pt x="67" y="2460"/>
                    <a:pt x="732" y="3058"/>
                    <a:pt x="1507" y="3058"/>
                  </a:cubicBezTo>
                  <a:cubicBezTo>
                    <a:pt x="2349" y="3058"/>
                    <a:pt x="3036" y="2372"/>
                    <a:pt x="3036" y="1530"/>
                  </a:cubicBezTo>
                  <a:cubicBezTo>
                    <a:pt x="3036" y="688"/>
                    <a:pt x="2349" y="1"/>
                    <a:pt x="1507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57"/>
            <p:cNvSpPr/>
            <p:nvPr/>
          </p:nvSpPr>
          <p:spPr>
            <a:xfrm>
              <a:off x="2155015" y="2117869"/>
              <a:ext cx="4326" cy="8619"/>
            </a:xfrm>
            <a:custGeom>
              <a:avLst/>
              <a:gdLst/>
              <a:ahLst/>
              <a:cxnLst/>
              <a:rect l="l" t="t" r="r" b="b"/>
              <a:pathLst>
                <a:path w="134" h="267" extrusionOk="0">
                  <a:moveTo>
                    <a:pt x="0" y="1"/>
                  </a:moveTo>
                  <a:cubicBezTo>
                    <a:pt x="0" y="45"/>
                    <a:pt x="0" y="89"/>
                    <a:pt x="0" y="134"/>
                  </a:cubicBezTo>
                  <a:cubicBezTo>
                    <a:pt x="0" y="178"/>
                    <a:pt x="0" y="222"/>
                    <a:pt x="0" y="267"/>
                  </a:cubicBezTo>
                  <a:lnTo>
                    <a:pt x="133" y="267"/>
                  </a:lnTo>
                  <a:lnTo>
                    <a:pt x="133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57"/>
            <p:cNvSpPr/>
            <p:nvPr/>
          </p:nvSpPr>
          <p:spPr>
            <a:xfrm>
              <a:off x="1779502" y="1951936"/>
              <a:ext cx="3616" cy="8619"/>
            </a:xfrm>
            <a:custGeom>
              <a:avLst/>
              <a:gdLst/>
              <a:ahLst/>
              <a:cxnLst/>
              <a:rect l="l" t="t" r="r" b="b"/>
              <a:pathLst>
                <a:path w="112" h="267" extrusionOk="0">
                  <a:moveTo>
                    <a:pt x="89" y="0"/>
                  </a:moveTo>
                  <a:cubicBezTo>
                    <a:pt x="67" y="89"/>
                    <a:pt x="23" y="178"/>
                    <a:pt x="0" y="266"/>
                  </a:cubicBezTo>
                  <a:lnTo>
                    <a:pt x="111" y="26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57"/>
            <p:cNvSpPr/>
            <p:nvPr/>
          </p:nvSpPr>
          <p:spPr>
            <a:xfrm>
              <a:off x="951936" y="1951936"/>
              <a:ext cx="821138" cy="187432"/>
            </a:xfrm>
            <a:custGeom>
              <a:avLst/>
              <a:gdLst/>
              <a:ahLst/>
              <a:cxnLst/>
              <a:rect l="l" t="t" r="r" b="b"/>
              <a:pathLst>
                <a:path w="25436" h="5806" extrusionOk="0">
                  <a:moveTo>
                    <a:pt x="10436" y="0"/>
                  </a:moveTo>
                  <a:lnTo>
                    <a:pt x="4919" y="5539"/>
                  </a:lnTo>
                  <a:lnTo>
                    <a:pt x="0" y="5539"/>
                  </a:lnTo>
                  <a:lnTo>
                    <a:pt x="0" y="5805"/>
                  </a:lnTo>
                  <a:lnTo>
                    <a:pt x="5030" y="5805"/>
                  </a:lnTo>
                  <a:lnTo>
                    <a:pt x="10569" y="266"/>
                  </a:lnTo>
                  <a:lnTo>
                    <a:pt x="25369" y="266"/>
                  </a:lnTo>
                  <a:cubicBezTo>
                    <a:pt x="25369" y="178"/>
                    <a:pt x="25392" y="89"/>
                    <a:pt x="2543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57"/>
            <p:cNvSpPr/>
            <p:nvPr/>
          </p:nvSpPr>
          <p:spPr>
            <a:xfrm>
              <a:off x="851795" y="2077096"/>
              <a:ext cx="98752" cy="98752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1529" y="289"/>
                  </a:moveTo>
                  <a:cubicBezTo>
                    <a:pt x="2216" y="289"/>
                    <a:pt x="2770" y="843"/>
                    <a:pt x="2770" y="1530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43" y="2792"/>
                    <a:pt x="266" y="2216"/>
                    <a:pt x="266" y="1530"/>
                  </a:cubicBezTo>
                  <a:cubicBezTo>
                    <a:pt x="266" y="843"/>
                    <a:pt x="843" y="289"/>
                    <a:pt x="1529" y="289"/>
                  </a:cubicBezTo>
                  <a:close/>
                  <a:moveTo>
                    <a:pt x="1529" y="1"/>
                  </a:moveTo>
                  <a:cubicBezTo>
                    <a:pt x="687" y="1"/>
                    <a:pt x="1" y="688"/>
                    <a:pt x="1" y="1530"/>
                  </a:cubicBezTo>
                  <a:cubicBezTo>
                    <a:pt x="1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30"/>
                  </a:cubicBezTo>
                  <a:cubicBezTo>
                    <a:pt x="3058" y="688"/>
                    <a:pt x="2371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57"/>
            <p:cNvSpPr/>
            <p:nvPr/>
          </p:nvSpPr>
          <p:spPr>
            <a:xfrm>
              <a:off x="1770205" y="1919040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0"/>
                  </a:moveTo>
                  <a:cubicBezTo>
                    <a:pt x="864" y="0"/>
                    <a:pt x="288" y="421"/>
                    <a:pt x="89" y="1019"/>
                  </a:cubicBezTo>
                  <a:lnTo>
                    <a:pt x="377" y="1019"/>
                  </a:lnTo>
                  <a:cubicBezTo>
                    <a:pt x="576" y="576"/>
                    <a:pt x="1020" y="288"/>
                    <a:pt x="1529" y="288"/>
                  </a:cubicBez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70"/>
                    <a:pt x="1529" y="2770"/>
                  </a:cubicBezTo>
                  <a:cubicBezTo>
                    <a:pt x="842" y="2770"/>
                    <a:pt x="266" y="2216"/>
                    <a:pt x="266" y="1529"/>
                  </a:cubicBezTo>
                  <a:cubicBezTo>
                    <a:pt x="266" y="1440"/>
                    <a:pt x="288" y="1374"/>
                    <a:pt x="288" y="1285"/>
                  </a:cubicBezTo>
                  <a:lnTo>
                    <a:pt x="22" y="1285"/>
                  </a:lnTo>
                  <a:cubicBezTo>
                    <a:pt x="0" y="1374"/>
                    <a:pt x="0" y="1440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57"/>
            <p:cNvSpPr/>
            <p:nvPr/>
          </p:nvSpPr>
          <p:spPr>
            <a:xfrm>
              <a:off x="1770915" y="1951936"/>
              <a:ext cx="11460" cy="8619"/>
            </a:xfrm>
            <a:custGeom>
              <a:avLst/>
              <a:gdLst/>
              <a:ahLst/>
              <a:cxnLst/>
              <a:rect l="l" t="t" r="r" b="b"/>
              <a:pathLst>
                <a:path w="355" h="267" extrusionOk="0">
                  <a:moveTo>
                    <a:pt x="67" y="0"/>
                  </a:moveTo>
                  <a:cubicBezTo>
                    <a:pt x="23" y="89"/>
                    <a:pt x="0" y="178"/>
                    <a:pt x="0" y="266"/>
                  </a:cubicBezTo>
                  <a:lnTo>
                    <a:pt x="266" y="266"/>
                  </a:lnTo>
                  <a:cubicBezTo>
                    <a:pt x="289" y="178"/>
                    <a:pt x="333" y="89"/>
                    <a:pt x="35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9" name="Google Shape;2959;p57"/>
          <p:cNvGrpSpPr/>
          <p:nvPr/>
        </p:nvGrpSpPr>
        <p:grpSpPr>
          <a:xfrm>
            <a:off x="-717522" y="-177539"/>
            <a:ext cx="3434729" cy="1094377"/>
            <a:chOff x="1035175" y="739350"/>
            <a:chExt cx="2659900" cy="847500"/>
          </a:xfrm>
        </p:grpSpPr>
        <p:sp>
          <p:nvSpPr>
            <p:cNvPr id="2960" name="Google Shape;2960;p57"/>
            <p:cNvSpPr/>
            <p:nvPr/>
          </p:nvSpPr>
          <p:spPr>
            <a:xfrm>
              <a:off x="1092800" y="1117100"/>
              <a:ext cx="2529150" cy="430400"/>
            </a:xfrm>
            <a:custGeom>
              <a:avLst/>
              <a:gdLst/>
              <a:ahLst/>
              <a:cxnLst/>
              <a:rect l="l" t="t" r="r" b="b"/>
              <a:pathLst>
                <a:path w="101166" h="17216" extrusionOk="0">
                  <a:moveTo>
                    <a:pt x="55613" y="1"/>
                  </a:moveTo>
                  <a:lnTo>
                    <a:pt x="49054" y="6559"/>
                  </a:lnTo>
                  <a:lnTo>
                    <a:pt x="5960" y="6559"/>
                  </a:lnTo>
                  <a:lnTo>
                    <a:pt x="0" y="12497"/>
                  </a:lnTo>
                  <a:lnTo>
                    <a:pt x="200" y="12696"/>
                  </a:lnTo>
                  <a:lnTo>
                    <a:pt x="6071" y="6825"/>
                  </a:lnTo>
                  <a:lnTo>
                    <a:pt x="49165" y="6825"/>
                  </a:lnTo>
                  <a:lnTo>
                    <a:pt x="55723" y="289"/>
                  </a:lnTo>
                  <a:lnTo>
                    <a:pt x="63589" y="289"/>
                  </a:lnTo>
                  <a:lnTo>
                    <a:pt x="80516" y="17216"/>
                  </a:lnTo>
                  <a:lnTo>
                    <a:pt x="101166" y="17216"/>
                  </a:lnTo>
                  <a:lnTo>
                    <a:pt x="101166" y="16928"/>
                  </a:lnTo>
                  <a:lnTo>
                    <a:pt x="80627" y="16928"/>
                  </a:lnTo>
                  <a:lnTo>
                    <a:pt x="63700" y="1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57"/>
            <p:cNvSpPr/>
            <p:nvPr/>
          </p:nvSpPr>
          <p:spPr>
            <a:xfrm>
              <a:off x="1035175" y="1417725"/>
              <a:ext cx="83675" cy="76600"/>
            </a:xfrm>
            <a:custGeom>
              <a:avLst/>
              <a:gdLst/>
              <a:ahLst/>
              <a:cxnLst/>
              <a:rect l="l" t="t" r="r" b="b"/>
              <a:pathLst>
                <a:path w="3347" h="3064" extrusionOk="0">
                  <a:moveTo>
                    <a:pt x="1663" y="283"/>
                  </a:moveTo>
                  <a:cubicBezTo>
                    <a:pt x="1984" y="283"/>
                    <a:pt x="2305" y="405"/>
                    <a:pt x="2549" y="649"/>
                  </a:cubicBezTo>
                  <a:cubicBezTo>
                    <a:pt x="3036" y="1136"/>
                    <a:pt x="3036" y="1934"/>
                    <a:pt x="2549" y="2421"/>
                  </a:cubicBezTo>
                  <a:cubicBezTo>
                    <a:pt x="2305" y="2665"/>
                    <a:pt x="1984" y="2787"/>
                    <a:pt x="1663" y="2787"/>
                  </a:cubicBezTo>
                  <a:cubicBezTo>
                    <a:pt x="1341" y="2787"/>
                    <a:pt x="1020" y="2665"/>
                    <a:pt x="776" y="2421"/>
                  </a:cubicBezTo>
                  <a:cubicBezTo>
                    <a:pt x="289" y="1934"/>
                    <a:pt x="289" y="1136"/>
                    <a:pt x="776" y="649"/>
                  </a:cubicBezTo>
                  <a:cubicBezTo>
                    <a:pt x="1020" y="405"/>
                    <a:pt x="1341" y="283"/>
                    <a:pt x="1663" y="283"/>
                  </a:cubicBezTo>
                  <a:close/>
                  <a:moveTo>
                    <a:pt x="1674" y="1"/>
                  </a:moveTo>
                  <a:cubicBezTo>
                    <a:pt x="1286" y="1"/>
                    <a:pt x="898" y="150"/>
                    <a:pt x="599" y="450"/>
                  </a:cubicBezTo>
                  <a:cubicBezTo>
                    <a:pt x="1" y="1048"/>
                    <a:pt x="1" y="2023"/>
                    <a:pt x="599" y="2621"/>
                  </a:cubicBezTo>
                  <a:cubicBezTo>
                    <a:pt x="887" y="2909"/>
                    <a:pt x="1286" y="3064"/>
                    <a:pt x="1663" y="3064"/>
                  </a:cubicBezTo>
                  <a:cubicBezTo>
                    <a:pt x="2061" y="3064"/>
                    <a:pt x="2460" y="2909"/>
                    <a:pt x="2748" y="2621"/>
                  </a:cubicBezTo>
                  <a:cubicBezTo>
                    <a:pt x="3347" y="2023"/>
                    <a:pt x="3347" y="1048"/>
                    <a:pt x="2748" y="450"/>
                  </a:cubicBezTo>
                  <a:cubicBezTo>
                    <a:pt x="2449" y="150"/>
                    <a:pt x="2061" y="1"/>
                    <a:pt x="16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57"/>
            <p:cNvSpPr/>
            <p:nvPr/>
          </p:nvSpPr>
          <p:spPr>
            <a:xfrm>
              <a:off x="3611400" y="1510225"/>
              <a:ext cx="83675" cy="76625"/>
            </a:xfrm>
            <a:custGeom>
              <a:avLst/>
              <a:gdLst/>
              <a:ahLst/>
              <a:cxnLst/>
              <a:rect l="l" t="t" r="r" b="b"/>
              <a:pathLst>
                <a:path w="3347" h="3065" extrusionOk="0">
                  <a:moveTo>
                    <a:pt x="1663" y="283"/>
                  </a:moveTo>
                  <a:cubicBezTo>
                    <a:pt x="1984" y="283"/>
                    <a:pt x="2305" y="405"/>
                    <a:pt x="2549" y="649"/>
                  </a:cubicBezTo>
                  <a:cubicBezTo>
                    <a:pt x="3036" y="1136"/>
                    <a:pt x="3036" y="1934"/>
                    <a:pt x="2549" y="2422"/>
                  </a:cubicBezTo>
                  <a:cubicBezTo>
                    <a:pt x="2305" y="2665"/>
                    <a:pt x="1984" y="2787"/>
                    <a:pt x="1663" y="2787"/>
                  </a:cubicBezTo>
                  <a:cubicBezTo>
                    <a:pt x="1341" y="2787"/>
                    <a:pt x="1020" y="2665"/>
                    <a:pt x="776" y="2422"/>
                  </a:cubicBezTo>
                  <a:cubicBezTo>
                    <a:pt x="311" y="1934"/>
                    <a:pt x="311" y="1136"/>
                    <a:pt x="776" y="649"/>
                  </a:cubicBezTo>
                  <a:cubicBezTo>
                    <a:pt x="1020" y="405"/>
                    <a:pt x="1341" y="283"/>
                    <a:pt x="1663" y="283"/>
                  </a:cubicBezTo>
                  <a:close/>
                  <a:moveTo>
                    <a:pt x="1674" y="1"/>
                  </a:moveTo>
                  <a:cubicBezTo>
                    <a:pt x="1286" y="1"/>
                    <a:pt x="898" y="151"/>
                    <a:pt x="599" y="450"/>
                  </a:cubicBezTo>
                  <a:cubicBezTo>
                    <a:pt x="1" y="1048"/>
                    <a:pt x="1" y="2023"/>
                    <a:pt x="599" y="2599"/>
                  </a:cubicBezTo>
                  <a:cubicBezTo>
                    <a:pt x="887" y="2909"/>
                    <a:pt x="1286" y="3064"/>
                    <a:pt x="1663" y="3064"/>
                  </a:cubicBezTo>
                  <a:cubicBezTo>
                    <a:pt x="2062" y="3064"/>
                    <a:pt x="2460" y="2909"/>
                    <a:pt x="2748" y="2599"/>
                  </a:cubicBezTo>
                  <a:cubicBezTo>
                    <a:pt x="3347" y="2023"/>
                    <a:pt x="3347" y="1048"/>
                    <a:pt x="2748" y="450"/>
                  </a:cubicBezTo>
                  <a:cubicBezTo>
                    <a:pt x="2449" y="151"/>
                    <a:pt x="2062" y="1"/>
                    <a:pt x="16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57"/>
            <p:cNvSpPr/>
            <p:nvPr/>
          </p:nvSpPr>
          <p:spPr>
            <a:xfrm>
              <a:off x="1509875" y="739350"/>
              <a:ext cx="638125" cy="396600"/>
            </a:xfrm>
            <a:custGeom>
              <a:avLst/>
              <a:gdLst/>
              <a:ahLst/>
              <a:cxnLst/>
              <a:rect l="l" t="t" r="r" b="b"/>
              <a:pathLst>
                <a:path w="25525" h="15864" extrusionOk="0">
                  <a:moveTo>
                    <a:pt x="1" y="0"/>
                  </a:moveTo>
                  <a:lnTo>
                    <a:pt x="1" y="5650"/>
                  </a:lnTo>
                  <a:lnTo>
                    <a:pt x="10237" y="15864"/>
                  </a:lnTo>
                  <a:lnTo>
                    <a:pt x="25525" y="15864"/>
                  </a:lnTo>
                  <a:lnTo>
                    <a:pt x="25525" y="15576"/>
                  </a:lnTo>
                  <a:lnTo>
                    <a:pt x="10348" y="15576"/>
                  </a:lnTo>
                  <a:lnTo>
                    <a:pt x="289" y="553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57"/>
            <p:cNvSpPr/>
            <p:nvPr/>
          </p:nvSpPr>
          <p:spPr>
            <a:xfrm>
              <a:off x="2140225" y="1087600"/>
              <a:ext cx="83675" cy="76050"/>
            </a:xfrm>
            <a:custGeom>
              <a:avLst/>
              <a:gdLst/>
              <a:ahLst/>
              <a:cxnLst/>
              <a:rect l="l" t="t" r="r" b="b"/>
              <a:pathLst>
                <a:path w="3347" h="3042" extrusionOk="0">
                  <a:moveTo>
                    <a:pt x="1663" y="272"/>
                  </a:moveTo>
                  <a:cubicBezTo>
                    <a:pt x="1995" y="272"/>
                    <a:pt x="2305" y="405"/>
                    <a:pt x="2549" y="649"/>
                  </a:cubicBezTo>
                  <a:cubicBezTo>
                    <a:pt x="3036" y="1136"/>
                    <a:pt x="3036" y="1912"/>
                    <a:pt x="2549" y="2399"/>
                  </a:cubicBezTo>
                  <a:cubicBezTo>
                    <a:pt x="2305" y="2643"/>
                    <a:pt x="1984" y="2765"/>
                    <a:pt x="1663" y="2765"/>
                  </a:cubicBezTo>
                  <a:cubicBezTo>
                    <a:pt x="1341" y="2765"/>
                    <a:pt x="1020" y="2643"/>
                    <a:pt x="776" y="2399"/>
                  </a:cubicBezTo>
                  <a:cubicBezTo>
                    <a:pt x="289" y="1912"/>
                    <a:pt x="289" y="1136"/>
                    <a:pt x="776" y="649"/>
                  </a:cubicBezTo>
                  <a:cubicBezTo>
                    <a:pt x="1020" y="405"/>
                    <a:pt x="1352" y="272"/>
                    <a:pt x="1663" y="272"/>
                  </a:cubicBezTo>
                  <a:close/>
                  <a:moveTo>
                    <a:pt x="1674" y="1"/>
                  </a:moveTo>
                  <a:cubicBezTo>
                    <a:pt x="1286" y="1"/>
                    <a:pt x="898" y="150"/>
                    <a:pt x="599" y="449"/>
                  </a:cubicBezTo>
                  <a:cubicBezTo>
                    <a:pt x="1" y="1048"/>
                    <a:pt x="1" y="2000"/>
                    <a:pt x="599" y="2599"/>
                  </a:cubicBezTo>
                  <a:cubicBezTo>
                    <a:pt x="887" y="2909"/>
                    <a:pt x="1286" y="3042"/>
                    <a:pt x="1663" y="3042"/>
                  </a:cubicBezTo>
                  <a:cubicBezTo>
                    <a:pt x="2061" y="3042"/>
                    <a:pt x="2460" y="2909"/>
                    <a:pt x="2748" y="2599"/>
                  </a:cubicBezTo>
                  <a:cubicBezTo>
                    <a:pt x="3346" y="2000"/>
                    <a:pt x="3346" y="1048"/>
                    <a:pt x="2748" y="449"/>
                  </a:cubicBezTo>
                  <a:cubicBezTo>
                    <a:pt x="2449" y="150"/>
                    <a:pt x="2061" y="1"/>
                    <a:pt x="16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5" name="Google Shape;2965;p57"/>
          <p:cNvGrpSpPr/>
          <p:nvPr/>
        </p:nvGrpSpPr>
        <p:grpSpPr>
          <a:xfrm>
            <a:off x="7766476" y="4130930"/>
            <a:ext cx="1794619" cy="937714"/>
            <a:chOff x="7447476" y="612577"/>
            <a:chExt cx="1794619" cy="937714"/>
          </a:xfrm>
        </p:grpSpPr>
        <p:sp>
          <p:nvSpPr>
            <p:cNvPr id="2966" name="Google Shape;2966;p57"/>
            <p:cNvSpPr/>
            <p:nvPr/>
          </p:nvSpPr>
          <p:spPr>
            <a:xfrm>
              <a:off x="7866602" y="1081065"/>
              <a:ext cx="1375493" cy="469226"/>
            </a:xfrm>
            <a:custGeom>
              <a:avLst/>
              <a:gdLst/>
              <a:ahLst/>
              <a:cxnLst/>
              <a:rect l="l" t="t" r="r" b="b"/>
              <a:pathLst>
                <a:path w="42608" h="14535" extrusionOk="0">
                  <a:moveTo>
                    <a:pt x="4299" y="0"/>
                  </a:moveTo>
                  <a:lnTo>
                    <a:pt x="1" y="4321"/>
                  </a:lnTo>
                  <a:cubicBezTo>
                    <a:pt x="67" y="4365"/>
                    <a:pt x="134" y="4432"/>
                    <a:pt x="200" y="4498"/>
                  </a:cubicBezTo>
                  <a:lnTo>
                    <a:pt x="4432" y="288"/>
                  </a:lnTo>
                  <a:lnTo>
                    <a:pt x="27474" y="288"/>
                  </a:lnTo>
                  <a:lnTo>
                    <a:pt x="41721" y="14535"/>
                  </a:lnTo>
                  <a:lnTo>
                    <a:pt x="42607" y="14535"/>
                  </a:lnTo>
                  <a:lnTo>
                    <a:pt x="42607" y="14269"/>
                  </a:lnTo>
                  <a:lnTo>
                    <a:pt x="41832" y="14269"/>
                  </a:lnTo>
                  <a:lnTo>
                    <a:pt x="27585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57"/>
            <p:cNvSpPr/>
            <p:nvPr/>
          </p:nvSpPr>
          <p:spPr>
            <a:xfrm>
              <a:off x="7526149" y="694834"/>
              <a:ext cx="1715944" cy="710280"/>
            </a:xfrm>
            <a:custGeom>
              <a:avLst/>
              <a:gdLst/>
              <a:ahLst/>
              <a:cxnLst/>
              <a:rect l="l" t="t" r="r" b="b"/>
              <a:pathLst>
                <a:path w="53154" h="22002" extrusionOk="0">
                  <a:moveTo>
                    <a:pt x="222" y="0"/>
                  </a:moveTo>
                  <a:cubicBezTo>
                    <a:pt x="155" y="89"/>
                    <a:pt x="89" y="133"/>
                    <a:pt x="0" y="199"/>
                  </a:cubicBezTo>
                  <a:lnTo>
                    <a:pt x="8929" y="9106"/>
                  </a:lnTo>
                  <a:lnTo>
                    <a:pt x="40258" y="9106"/>
                  </a:lnTo>
                  <a:lnTo>
                    <a:pt x="53153" y="22001"/>
                  </a:lnTo>
                  <a:lnTo>
                    <a:pt x="53153" y="21625"/>
                  </a:lnTo>
                  <a:lnTo>
                    <a:pt x="40369" y="8840"/>
                  </a:lnTo>
                  <a:lnTo>
                    <a:pt x="9040" y="8840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57"/>
            <p:cNvSpPr/>
            <p:nvPr/>
          </p:nvSpPr>
          <p:spPr>
            <a:xfrm>
              <a:off x="7447476" y="612577"/>
              <a:ext cx="98010" cy="98720"/>
            </a:xfrm>
            <a:custGeom>
              <a:avLst/>
              <a:gdLst/>
              <a:ahLst/>
              <a:cxnLst/>
              <a:rect l="l" t="t" r="r" b="b"/>
              <a:pathLst>
                <a:path w="3036" h="3058" extrusionOk="0">
                  <a:moveTo>
                    <a:pt x="1529" y="288"/>
                  </a:move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20" y="2792"/>
                    <a:pt x="266" y="2216"/>
                    <a:pt x="266" y="1529"/>
                  </a:cubicBezTo>
                  <a:cubicBezTo>
                    <a:pt x="266" y="842"/>
                    <a:pt x="820" y="288"/>
                    <a:pt x="1529" y="288"/>
                  </a:cubicBezTo>
                  <a:close/>
                  <a:moveTo>
                    <a:pt x="1529" y="0"/>
                  </a:moveTo>
                  <a:cubicBezTo>
                    <a:pt x="687" y="0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1861" y="3058"/>
                    <a:pt x="2193" y="2947"/>
                    <a:pt x="2437" y="2747"/>
                  </a:cubicBezTo>
                  <a:lnTo>
                    <a:pt x="2260" y="2570"/>
                  </a:lnTo>
                  <a:lnTo>
                    <a:pt x="2459" y="2371"/>
                  </a:lnTo>
                  <a:lnTo>
                    <a:pt x="2637" y="2548"/>
                  </a:lnTo>
                  <a:cubicBezTo>
                    <a:pt x="2902" y="2282"/>
                    <a:pt x="3035" y="1928"/>
                    <a:pt x="3035" y="1529"/>
                  </a:cubicBezTo>
                  <a:cubicBezTo>
                    <a:pt x="3035" y="687"/>
                    <a:pt x="2371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57"/>
            <p:cNvSpPr/>
            <p:nvPr/>
          </p:nvSpPr>
          <p:spPr>
            <a:xfrm>
              <a:off x="7786509" y="1209098"/>
              <a:ext cx="98720" cy="98720"/>
            </a:xfrm>
            <a:custGeom>
              <a:avLst/>
              <a:gdLst/>
              <a:ahLst/>
              <a:cxnLst/>
              <a:rect l="l" t="t" r="r" b="b"/>
              <a:pathLst>
                <a:path w="3058" h="3058" extrusionOk="0">
                  <a:moveTo>
                    <a:pt x="1529" y="288"/>
                  </a:moveTo>
                  <a:cubicBezTo>
                    <a:pt x="2216" y="288"/>
                    <a:pt x="2770" y="842"/>
                    <a:pt x="2770" y="1529"/>
                  </a:cubicBezTo>
                  <a:cubicBezTo>
                    <a:pt x="2770" y="2216"/>
                    <a:pt x="2216" y="2792"/>
                    <a:pt x="1529" y="2792"/>
                  </a:cubicBezTo>
                  <a:cubicBezTo>
                    <a:pt x="842" y="2792"/>
                    <a:pt x="266" y="2216"/>
                    <a:pt x="266" y="1529"/>
                  </a:cubicBezTo>
                  <a:cubicBezTo>
                    <a:pt x="266" y="842"/>
                    <a:pt x="842" y="288"/>
                    <a:pt x="1529" y="288"/>
                  </a:cubicBezTo>
                  <a:close/>
                  <a:moveTo>
                    <a:pt x="1529" y="0"/>
                  </a:moveTo>
                  <a:cubicBezTo>
                    <a:pt x="687" y="0"/>
                    <a:pt x="0" y="687"/>
                    <a:pt x="0" y="1529"/>
                  </a:cubicBezTo>
                  <a:cubicBezTo>
                    <a:pt x="0" y="2371"/>
                    <a:pt x="687" y="3058"/>
                    <a:pt x="1529" y="3058"/>
                  </a:cubicBezTo>
                  <a:cubicBezTo>
                    <a:pt x="2371" y="3058"/>
                    <a:pt x="3058" y="2371"/>
                    <a:pt x="3058" y="1529"/>
                  </a:cubicBezTo>
                  <a:cubicBezTo>
                    <a:pt x="3058" y="1153"/>
                    <a:pt x="2903" y="798"/>
                    <a:pt x="2681" y="532"/>
                  </a:cubicBezTo>
                  <a:lnTo>
                    <a:pt x="2548" y="665"/>
                  </a:lnTo>
                  <a:lnTo>
                    <a:pt x="2371" y="466"/>
                  </a:lnTo>
                  <a:lnTo>
                    <a:pt x="2482" y="355"/>
                  </a:lnTo>
                  <a:cubicBezTo>
                    <a:pt x="2216" y="133"/>
                    <a:pt x="1883" y="0"/>
                    <a:pt x="1529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0" name="Google Shape;2970;p57"/>
          <p:cNvGrpSpPr/>
          <p:nvPr/>
        </p:nvGrpSpPr>
        <p:grpSpPr>
          <a:xfrm>
            <a:off x="902398" y="1233129"/>
            <a:ext cx="3228027" cy="2677242"/>
            <a:chOff x="5093648" y="1419325"/>
            <a:chExt cx="3228027" cy="2677242"/>
          </a:xfrm>
        </p:grpSpPr>
        <p:sp>
          <p:nvSpPr>
            <p:cNvPr id="2971" name="Google Shape;2971;p57"/>
            <p:cNvSpPr/>
            <p:nvPr/>
          </p:nvSpPr>
          <p:spPr>
            <a:xfrm>
              <a:off x="5093675" y="1419325"/>
              <a:ext cx="3228000" cy="18369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57"/>
            <p:cNvSpPr/>
            <p:nvPr/>
          </p:nvSpPr>
          <p:spPr>
            <a:xfrm>
              <a:off x="6330769" y="3509682"/>
              <a:ext cx="811709" cy="473846"/>
            </a:xfrm>
            <a:custGeom>
              <a:avLst/>
              <a:gdLst/>
              <a:ahLst/>
              <a:cxnLst/>
              <a:rect l="l" t="t" r="r" b="b"/>
              <a:pathLst>
                <a:path w="29834" h="17416" extrusionOk="0">
                  <a:moveTo>
                    <a:pt x="2511" y="0"/>
                  </a:moveTo>
                  <a:lnTo>
                    <a:pt x="0" y="17416"/>
                  </a:lnTo>
                  <a:lnTo>
                    <a:pt x="29833" y="17416"/>
                  </a:lnTo>
                  <a:lnTo>
                    <a:pt x="27003" y="0"/>
                  </a:lnTo>
                  <a:close/>
                </a:path>
              </a:pathLst>
            </a:cu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57"/>
            <p:cNvSpPr/>
            <p:nvPr/>
          </p:nvSpPr>
          <p:spPr>
            <a:xfrm>
              <a:off x="6048800" y="3972342"/>
              <a:ext cx="1374958" cy="124225"/>
            </a:xfrm>
            <a:custGeom>
              <a:avLst/>
              <a:gdLst/>
              <a:ahLst/>
              <a:cxnLst/>
              <a:rect l="l" t="t" r="r" b="b"/>
              <a:pathLst>
                <a:path w="50536" h="1256" extrusionOk="0">
                  <a:moveTo>
                    <a:pt x="1" y="1"/>
                  </a:moveTo>
                  <a:lnTo>
                    <a:pt x="1" y="1256"/>
                  </a:lnTo>
                  <a:lnTo>
                    <a:pt x="50536" y="1256"/>
                  </a:lnTo>
                  <a:lnTo>
                    <a:pt x="50536" y="1"/>
                  </a:lnTo>
                  <a:close/>
                </a:path>
              </a:pathLst>
            </a:cu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57"/>
            <p:cNvSpPr/>
            <p:nvPr/>
          </p:nvSpPr>
          <p:spPr>
            <a:xfrm>
              <a:off x="5093648" y="3256026"/>
              <a:ext cx="3228006" cy="303717"/>
            </a:xfrm>
            <a:custGeom>
              <a:avLst/>
              <a:gdLst/>
              <a:ahLst/>
              <a:cxnLst/>
              <a:rect l="l" t="t" r="r" b="b"/>
              <a:pathLst>
                <a:path w="116524" h="11163" extrusionOk="0">
                  <a:moveTo>
                    <a:pt x="0" y="1"/>
                  </a:moveTo>
                  <a:lnTo>
                    <a:pt x="0" y="6369"/>
                  </a:lnTo>
                  <a:cubicBezTo>
                    <a:pt x="0" y="9017"/>
                    <a:pt x="2169" y="11162"/>
                    <a:pt x="4816" y="11162"/>
                  </a:cubicBezTo>
                  <a:lnTo>
                    <a:pt x="111707" y="11162"/>
                  </a:lnTo>
                  <a:cubicBezTo>
                    <a:pt x="114355" y="11162"/>
                    <a:pt x="116523" y="9017"/>
                    <a:pt x="116523" y="6369"/>
                  </a:cubicBezTo>
                  <a:lnTo>
                    <a:pt x="116523" y="1"/>
                  </a:lnTo>
                  <a:close/>
                </a:path>
              </a:pathLst>
            </a:cu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57"/>
            <p:cNvSpPr/>
            <p:nvPr/>
          </p:nvSpPr>
          <p:spPr>
            <a:xfrm>
              <a:off x="6674812" y="3343224"/>
              <a:ext cx="123604" cy="124229"/>
            </a:xfrm>
            <a:custGeom>
              <a:avLst/>
              <a:gdLst/>
              <a:ahLst/>
              <a:cxnLst/>
              <a:rect l="l" t="t" r="r" b="b"/>
              <a:pathLst>
                <a:path w="4543" h="4566" extrusionOk="0">
                  <a:moveTo>
                    <a:pt x="2260" y="1"/>
                  </a:moveTo>
                  <a:cubicBezTo>
                    <a:pt x="1005" y="1"/>
                    <a:pt x="1" y="1028"/>
                    <a:pt x="1" y="2283"/>
                  </a:cubicBezTo>
                  <a:cubicBezTo>
                    <a:pt x="1" y="3539"/>
                    <a:pt x="1005" y="4566"/>
                    <a:pt x="2260" y="4566"/>
                  </a:cubicBezTo>
                  <a:cubicBezTo>
                    <a:pt x="3516" y="4566"/>
                    <a:pt x="4543" y="3539"/>
                    <a:pt x="4543" y="2283"/>
                  </a:cubicBezTo>
                  <a:cubicBezTo>
                    <a:pt x="4543" y="1028"/>
                    <a:pt x="3516" y="1"/>
                    <a:pt x="2260" y="1"/>
                  </a:cubicBezTo>
                  <a:close/>
                </a:path>
              </a:pathLst>
            </a:custGeom>
            <a:solidFill>
              <a:schemeClr val="dk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976" name="Google Shape;2976;p57"/>
          <p:cNvPicPr preferRelativeResize="0"/>
          <p:nvPr/>
        </p:nvPicPr>
        <p:blipFill>
          <a:blip r:embed="rId3"/>
          <a:srcRect t="2533" b="2533"/>
          <a:stretch/>
        </p:blipFill>
        <p:spPr>
          <a:xfrm>
            <a:off x="1026738" y="1358329"/>
            <a:ext cx="2979374" cy="1586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977" name="Google Shape;2977;p57"/>
          <p:cNvGrpSpPr/>
          <p:nvPr/>
        </p:nvGrpSpPr>
        <p:grpSpPr>
          <a:xfrm>
            <a:off x="5693317" y="4253087"/>
            <a:ext cx="882614" cy="184274"/>
            <a:chOff x="7460504" y="4636145"/>
            <a:chExt cx="882614" cy="184274"/>
          </a:xfrm>
        </p:grpSpPr>
        <p:sp>
          <p:nvSpPr>
            <p:cNvPr id="2978" name="Google Shape;2978;p57"/>
            <p:cNvSpPr/>
            <p:nvPr/>
          </p:nvSpPr>
          <p:spPr>
            <a:xfrm>
              <a:off x="8158777" y="4636145"/>
              <a:ext cx="184341" cy="184274"/>
            </a:xfrm>
            <a:custGeom>
              <a:avLst/>
              <a:gdLst/>
              <a:ahLst/>
              <a:cxnLst/>
              <a:rect l="l" t="t" r="r" b="b"/>
              <a:pathLst>
                <a:path w="2749" h="2748" extrusionOk="0">
                  <a:moveTo>
                    <a:pt x="1374" y="0"/>
                  </a:moveTo>
                  <a:cubicBezTo>
                    <a:pt x="621" y="0"/>
                    <a:pt x="1" y="621"/>
                    <a:pt x="1" y="1374"/>
                  </a:cubicBezTo>
                  <a:cubicBezTo>
                    <a:pt x="1" y="2127"/>
                    <a:pt x="621" y="2748"/>
                    <a:pt x="1374" y="2748"/>
                  </a:cubicBezTo>
                  <a:cubicBezTo>
                    <a:pt x="2128" y="2748"/>
                    <a:pt x="2748" y="2127"/>
                    <a:pt x="2748" y="1374"/>
                  </a:cubicBezTo>
                  <a:cubicBezTo>
                    <a:pt x="2748" y="621"/>
                    <a:pt x="2128" y="0"/>
                    <a:pt x="1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57"/>
            <p:cNvSpPr/>
            <p:nvPr/>
          </p:nvSpPr>
          <p:spPr>
            <a:xfrm>
              <a:off x="7820068" y="4636145"/>
              <a:ext cx="182799" cy="184274"/>
            </a:xfrm>
            <a:custGeom>
              <a:avLst/>
              <a:gdLst/>
              <a:ahLst/>
              <a:cxnLst/>
              <a:rect l="l" t="t" r="r" b="b"/>
              <a:pathLst>
                <a:path w="2726" h="2748" extrusionOk="0">
                  <a:moveTo>
                    <a:pt x="1352" y="0"/>
                  </a:moveTo>
                  <a:cubicBezTo>
                    <a:pt x="598" y="0"/>
                    <a:pt x="0" y="621"/>
                    <a:pt x="0" y="1374"/>
                  </a:cubicBezTo>
                  <a:cubicBezTo>
                    <a:pt x="0" y="2127"/>
                    <a:pt x="598" y="2748"/>
                    <a:pt x="1352" y="2748"/>
                  </a:cubicBezTo>
                  <a:cubicBezTo>
                    <a:pt x="2105" y="2748"/>
                    <a:pt x="2725" y="2127"/>
                    <a:pt x="2725" y="1374"/>
                  </a:cubicBezTo>
                  <a:cubicBezTo>
                    <a:pt x="2725" y="621"/>
                    <a:pt x="2105" y="0"/>
                    <a:pt x="1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57"/>
            <p:cNvSpPr/>
            <p:nvPr/>
          </p:nvSpPr>
          <p:spPr>
            <a:xfrm>
              <a:off x="7460504" y="4636145"/>
              <a:ext cx="184274" cy="184274"/>
            </a:xfrm>
            <a:custGeom>
              <a:avLst/>
              <a:gdLst/>
              <a:ahLst/>
              <a:cxnLst/>
              <a:rect l="l" t="t" r="r" b="b"/>
              <a:pathLst>
                <a:path w="2748" h="2748" extrusionOk="0">
                  <a:moveTo>
                    <a:pt x="1374" y="0"/>
                  </a:moveTo>
                  <a:cubicBezTo>
                    <a:pt x="621" y="0"/>
                    <a:pt x="0" y="621"/>
                    <a:pt x="0" y="1374"/>
                  </a:cubicBezTo>
                  <a:cubicBezTo>
                    <a:pt x="0" y="2127"/>
                    <a:pt x="621" y="2748"/>
                    <a:pt x="1374" y="2748"/>
                  </a:cubicBezTo>
                  <a:cubicBezTo>
                    <a:pt x="2127" y="2748"/>
                    <a:pt x="2748" y="2127"/>
                    <a:pt x="2748" y="1374"/>
                  </a:cubicBezTo>
                  <a:cubicBezTo>
                    <a:pt x="2748" y="621"/>
                    <a:pt x="2127" y="0"/>
                    <a:pt x="13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1" name="Google Shape;2981;p57"/>
          <p:cNvGrpSpPr/>
          <p:nvPr/>
        </p:nvGrpSpPr>
        <p:grpSpPr>
          <a:xfrm>
            <a:off x="7179049" y="976265"/>
            <a:ext cx="280875" cy="265900"/>
            <a:chOff x="4730850" y="1621700"/>
            <a:chExt cx="280875" cy="265900"/>
          </a:xfrm>
        </p:grpSpPr>
        <p:sp>
          <p:nvSpPr>
            <p:cNvPr id="2982" name="Google Shape;2982;p57"/>
            <p:cNvSpPr/>
            <p:nvPr/>
          </p:nvSpPr>
          <p:spPr>
            <a:xfrm>
              <a:off x="4781825" y="1621700"/>
              <a:ext cx="175600" cy="180600"/>
            </a:xfrm>
            <a:custGeom>
              <a:avLst/>
              <a:gdLst/>
              <a:ahLst/>
              <a:cxnLst/>
              <a:rect l="l" t="t" r="r" b="b"/>
              <a:pathLst>
                <a:path w="7024" h="7224" extrusionOk="0">
                  <a:moveTo>
                    <a:pt x="0" y="1"/>
                  </a:moveTo>
                  <a:lnTo>
                    <a:pt x="0" y="7224"/>
                  </a:lnTo>
                  <a:lnTo>
                    <a:pt x="288" y="7224"/>
                  </a:lnTo>
                  <a:lnTo>
                    <a:pt x="288" y="289"/>
                  </a:lnTo>
                  <a:lnTo>
                    <a:pt x="6736" y="289"/>
                  </a:lnTo>
                  <a:lnTo>
                    <a:pt x="6736" y="7224"/>
                  </a:lnTo>
                  <a:lnTo>
                    <a:pt x="7024" y="7224"/>
                  </a:lnTo>
                  <a:lnTo>
                    <a:pt x="7024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57"/>
            <p:cNvSpPr/>
            <p:nvPr/>
          </p:nvSpPr>
          <p:spPr>
            <a:xfrm>
              <a:off x="4730850" y="1771275"/>
              <a:ext cx="115800" cy="116325"/>
            </a:xfrm>
            <a:custGeom>
              <a:avLst/>
              <a:gdLst/>
              <a:ahLst/>
              <a:cxnLst/>
              <a:rect l="l" t="t" r="r" b="b"/>
              <a:pathLst>
                <a:path w="4632" h="4653" extrusionOk="0">
                  <a:moveTo>
                    <a:pt x="1" y="0"/>
                  </a:moveTo>
                  <a:lnTo>
                    <a:pt x="1" y="4653"/>
                  </a:lnTo>
                  <a:lnTo>
                    <a:pt x="4632" y="4653"/>
                  </a:lnTo>
                  <a:lnTo>
                    <a:pt x="4632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57"/>
            <p:cNvSpPr/>
            <p:nvPr/>
          </p:nvSpPr>
          <p:spPr>
            <a:xfrm>
              <a:off x="4895925" y="1771275"/>
              <a:ext cx="115800" cy="116325"/>
            </a:xfrm>
            <a:custGeom>
              <a:avLst/>
              <a:gdLst/>
              <a:ahLst/>
              <a:cxnLst/>
              <a:rect l="l" t="t" r="r" b="b"/>
              <a:pathLst>
                <a:path w="4632" h="4653" extrusionOk="0">
                  <a:moveTo>
                    <a:pt x="0" y="0"/>
                  </a:moveTo>
                  <a:lnTo>
                    <a:pt x="0" y="4653"/>
                  </a:lnTo>
                  <a:lnTo>
                    <a:pt x="4631" y="4653"/>
                  </a:lnTo>
                  <a:lnTo>
                    <a:pt x="4631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Engineering Software Marketing Plan by Slidesgo">
  <a:themeElements>
    <a:clrScheme name="Simple Light">
      <a:dk1>
        <a:srgbClr val="FFFFFF"/>
      </a:dk1>
      <a:lt1>
        <a:srgbClr val="13005B"/>
      </a:lt1>
      <a:dk2>
        <a:srgbClr val="FFC800"/>
      </a:dk2>
      <a:lt2>
        <a:srgbClr val="11CFE7"/>
      </a:lt2>
      <a:accent1>
        <a:srgbClr val="F788F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105</Words>
  <Application>Microsoft Office PowerPoint</Application>
  <PresentationFormat>On-screen Show (16:9)</PresentationFormat>
  <Paragraphs>15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Exo</vt:lpstr>
      <vt:lpstr>Arial</vt:lpstr>
      <vt:lpstr>PT Sans</vt:lpstr>
      <vt:lpstr>Söhne</vt:lpstr>
      <vt:lpstr>Engineering Software Marketing Plan by Slidesgo</vt:lpstr>
      <vt:lpstr>PowerPoint Presentation</vt:lpstr>
      <vt:lpstr>Съдържание</vt:lpstr>
      <vt:lpstr>Използвани технологии</vt:lpstr>
      <vt:lpstr>PowerPoint Presentation</vt:lpstr>
      <vt:lpstr>Цели и стратегии</vt:lpstr>
      <vt:lpstr>Цели и стратегии</vt:lpstr>
      <vt:lpstr>Нека продължим към приложението!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Петър Тодоров Костов</cp:lastModifiedBy>
  <cp:revision>1</cp:revision>
  <dcterms:modified xsi:type="dcterms:W3CDTF">2024-02-18T11:49:56Z</dcterms:modified>
</cp:coreProperties>
</file>